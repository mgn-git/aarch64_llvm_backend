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56231"/>
            <a:ext cx="12191695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74D"/>
                </a:solidFill>
                <a:latin typeface="Segoe UI"/>
              </a:rPr>
              <a:t>LLVM CODE GENERATOR   ·   INSTRUCTION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E8ECF1"/>
                </a:solidFill>
                <a:latin typeface="Segoe UI"/>
              </a:rPr>
              <a:t>The SelectionDAG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4FC3F7"/>
                </a:solidFill>
                <a:latin typeface="Consolas"/>
              </a:rPr>
              <a:t>LLVM IR  →  SDAG  →  Legal SDAG  →  Target DAG  →  MachineInstr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3401568" cy="239572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43784"/>
            <a:ext cx="3127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WHAT THIS DECK 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3127248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Every phase, in exact pipeline order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The algorithm inside each phase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Greedy maximal munch (and why not DP)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The matcher bytecode VM + backtracking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Full dry run: a[i] pointer arithmetic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AArch64 addressing-mode folding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Graph data structures &amp; algorithms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30+ interview questions answered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01568" cy="239572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843784"/>
            <a:ext cx="3127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GROUNDED IN REAL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127248"/>
            <a:ext cx="3127248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lib/CodeGen/SelectionDAG/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SelectionDAGBuilder.cpp   (535 KB)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DAGCombiner.cpp         (1,295 KB)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LegalizeTypes/DAG/Vector*.cpp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SelectionDAGISel.cpp      (177 KB)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ScheduleDAGRRList.cpp     (113 KB)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InstrEmitter.cpp           (57 KB)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SelectionDAG.cpp          (590 KB)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743200"/>
            <a:ext cx="3383280" cy="239572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84378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TARGET: AArch64 (ARM64)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127248"/>
            <a:ext cx="3108960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Sparse clone: 5,603 files / 101 MB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git sparse-checkout set \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llvm/docs \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llvm/include/llvm/CodeGen \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llvm/lib/CodeGen/SelectionDAG \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llvm/lib/Target/AArch64 \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llvm/test/CodeGen/AArch64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2180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Primary reference: llvm/docs/CodeGenerator.md  §'Target-independent code generation algorithms' (lines 695–1140)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978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4358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Where ISel sits in the backend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602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422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059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The SelectionDAG data structure: SDNode, SDValue, chains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225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86584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6829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Theory: tree DP vs DAG NP-completeness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849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48940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3065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The 11-step pipeline &amp; why combine/legalize alternate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47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11296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930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Phase 0 — SelectionDAGBuilder (IR → illegal DAG)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096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736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5536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Phases 1/3/5/7 — DAGCombiner worklist fixpoint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72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63600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17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Phase 2 — LegalizeTypes: promote/expand/split/widen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1343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98364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8007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Phase 4 — LegalizeOps: Legal/Expand/Promote/Custom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11978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26187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24358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Phase 6 — Select: maximal munch + bytecode matcher VM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17602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182422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8059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Backtracking with MatchScope (the real algorithm)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23225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386584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36829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Phase 9 — Bottom-up list scheduling + Sethi-Ullman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28849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2948940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93065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Phase 10 — InstrEmitter: SDNode → MachineInstr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447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511296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4930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FULL DRY RUN: a[i] on AArch64, phase by phase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40096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0736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05536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TableGen: .td patterns → matcher table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5080" y="4572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63600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617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AArch64 ComplexPatterns: addressing-mode folding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51343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5198364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18007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Segoe UI"/>
              </a:rPr>
              <a:t>Graph algorithms + SelectionDAG vs GlobalISel + Q&amp;A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Agenda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THE 10,000-FOOT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Where Instruction Selection 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1764792" cy="1115568"/>
          </a:xfrm>
          <a:prstGeom prst="roundRect">
            <a:avLst>
              <a:gd name="adj" fmla="val 8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389888"/>
            <a:ext cx="16550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LLVM 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993392"/>
            <a:ext cx="1655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target-indep SSA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7712" y="1801368"/>
            <a:ext cx="128016" cy="0"/>
          </a:xfrm>
          <a:prstGeom prst="line">
            <a:avLst/>
          </a:prstGeom>
          <a:ln w="158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95728" y="1243584"/>
            <a:ext cx="1764792" cy="1115568"/>
          </a:xfrm>
          <a:prstGeom prst="roundRect">
            <a:avLst>
              <a:gd name="adj" fmla="val 8000"/>
            </a:avLst>
          </a:prstGeom>
          <a:solidFill>
            <a:srgbClr val="2B2214"/>
          </a:solidFill>
          <a:ln w="254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1389888"/>
            <a:ext cx="16550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SelectionDAG
ISel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1993392"/>
            <a:ext cx="1655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THIS DECK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1801368"/>
            <a:ext cx="128016" cy="0"/>
          </a:xfrm>
          <a:prstGeom prst="line">
            <a:avLst/>
          </a:prstGeom>
          <a:ln w="158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88536" y="1243584"/>
            <a:ext cx="1764792" cy="1115568"/>
          </a:xfrm>
          <a:prstGeom prst="roundRect">
            <a:avLst>
              <a:gd name="adj" fmla="val 8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389888"/>
            <a:ext cx="16550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Machine SSA
opts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93392"/>
            <a:ext cx="1655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peephole, MCSE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3328" y="1801368"/>
            <a:ext cx="128016" cy="0"/>
          </a:xfrm>
          <a:prstGeom prst="line">
            <a:avLst/>
          </a:prstGeom>
          <a:ln w="158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81344" y="1243584"/>
            <a:ext cx="1764792" cy="1115568"/>
          </a:xfrm>
          <a:prstGeom prst="roundRect">
            <a:avLst>
              <a:gd name="adj" fmla="val 8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389888"/>
            <a:ext cx="16550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Register
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1993392"/>
            <a:ext cx="1655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vreg → physreg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46136" y="1801368"/>
            <a:ext cx="128016" cy="0"/>
          </a:xfrm>
          <a:prstGeom prst="line">
            <a:avLst/>
          </a:prstGeom>
          <a:ln w="158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74152" y="1243584"/>
            <a:ext cx="1764792" cy="1115568"/>
          </a:xfrm>
          <a:prstGeom prst="roundRect">
            <a:avLst>
              <a:gd name="adj" fmla="val 8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9016" y="1389888"/>
            <a:ext cx="16550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Prolog/Epilog
+ late opts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1993392"/>
            <a:ext cx="1655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frame, PEI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38944" y="1801368"/>
            <a:ext cx="128016" cy="0"/>
          </a:xfrm>
          <a:prstGeom prst="line">
            <a:avLst/>
          </a:prstGeom>
          <a:ln w="158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66960" y="1243584"/>
            <a:ext cx="1764792" cy="1115568"/>
          </a:xfrm>
          <a:prstGeom prst="roundRect">
            <a:avLst>
              <a:gd name="adj" fmla="val 8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1824" y="1389888"/>
            <a:ext cx="16550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MC Layer
emission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1824" y="1993392"/>
            <a:ext cx="1655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asm / object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569464"/>
            <a:ext cx="5532120" cy="1875282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2615184"/>
            <a:ext cx="5294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81C784"/>
                </a:solidFill>
                <a:latin typeface="Consolas"/>
              </a:rPr>
              <a:t>the one job of instruction selection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2944368"/>
            <a:ext cx="5294376" cy="13815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INPUT  : target-independent LLVM IR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 %p = getelementptr inbounds i64, ptr %a, i64 %i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 %v = load i64, ptr %p, align 8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OUTPUT : target MachineInstrs inside a MachineBasicBlock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 %3:gpr64 = LDRXroX %0, %1, 0, 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 ;  assembles to   ldr x3, [x0, x1, lsl #3]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569464"/>
            <a:ext cx="5367528" cy="192024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670048"/>
            <a:ext cx="5093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THREE HARD SUB-PROBLEMS IT SOLVES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953512"/>
            <a:ext cx="509320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1.  PATTERN MATCHING / TILING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Cover the dataflow graph with instruction patterns.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2.  LEGALIZATION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IR has i1/i8/i128/&lt;7 x i32&gt;; hardware has i32/i64/v4i32.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3.  ORDERING (SCHEDULING)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A DAG has no total order; MachineInstrs need one.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SelectionDAG is a single framework that solves all three.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626864"/>
            <a:ext cx="5367528" cy="11430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727448"/>
            <a:ext cx="5093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ONE DAG PER BASIC BLOCK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010912"/>
            <a:ext cx="5093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SelectAllBasicBlocks() builds, legalizes, selects, schedules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and then DESTROYS a fresh SelectionDAG for every basic block.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Consequence: no cross-block DAG optimization — and PHI nodes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must be handled out-of-band via virtual-register copies.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docs/CodeGenerator.md §Instruction Selection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SDNODE · SDVALUE · CHAIN · GLUE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The SelectionDAG data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3611880" cy="221284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3337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SDNode  —  the VERTEX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337560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Opcode: ISD::ADD, ISD::LOAD, … (ISDOpcodes.h)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May define MULTIPLE results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LOAD → { value, chain }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SMUL_LOHI → { lo, hi }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NumOperands out-edges (to its operands)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SDNodeFlags: nsw/nuw/exact/inbounds/fast-math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int NodeId — reused for 3 purposes: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&gt; 0  topological index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deg  outstanding-operand counter (during sort)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-1   'already selected' marker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152144"/>
            <a:ext cx="3611880" cy="221284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252728"/>
            <a:ext cx="3337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SDValue  —  the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536192"/>
            <a:ext cx="3337560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A pair  &lt;SDNode *, unsigned ResNo&gt;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Means: 'use result #ResNo of that node'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Carries an MVT (Machine Value Type)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Direction: USE → DEF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a node stores pointers to its OPERANDS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Reverse edges exist too: SDUse list, so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N-&gt;users() / N-&gt;use_empty() are O(1)-ish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This bidirectionality is what makes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'replace-all-uses-with' cheap — the core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primitive of DAGCombiner and Legalize.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152144"/>
            <a:ext cx="3547872" cy="221284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25272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THREE EDGE KINDS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1536192"/>
            <a:ext cx="3273552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DATA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typed i32/i64/f64/v4i32 — pure dataflow,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freely reorderable by the scheduler.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CHAIN  (MVT::Other)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orders side-effecting nodes: load, store,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call, return. Convention: chain is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operand #0 in, last result out.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GLUE  (MVT::Glue)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'these nodes must stay adjacent' —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nothing may be scheduled between them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(e.g. CMP + conditional branch, call seq).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47872"/>
            <a:ext cx="5532120" cy="221284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2102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Segoe UI"/>
              </a:rPr>
              <a:t>ANATOMY OF A TINY DAG   (store i64 %x, ptr %p)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325880" cy="402336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05072"/>
            <a:ext cx="1325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EntryToken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3931920"/>
            <a:ext cx="1188720" cy="402336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4005072"/>
            <a:ext cx="1188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CopyFromReg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i64 %x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931920"/>
            <a:ext cx="1188720" cy="402336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4005072"/>
            <a:ext cx="1188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FrameIndex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i64 %p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626864"/>
            <a:ext cx="1554480" cy="402336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700016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ISD::STORE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ch 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4626864"/>
            <a:ext cx="1280160" cy="402336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4700016"/>
            <a:ext cx="1280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ISD::RET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ROOT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926080" y="4334256"/>
            <a:ext cx="0" cy="292608"/>
          </a:xfrm>
          <a:prstGeom prst="line">
            <a:avLst/>
          </a:prstGeom>
          <a:ln w="15875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91840" y="4334256"/>
            <a:ext cx="914400" cy="292608"/>
          </a:xfrm>
          <a:prstGeom prst="line">
            <a:avLst/>
          </a:prstGeom>
          <a:ln w="15875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463040" y="4334256"/>
            <a:ext cx="868680" cy="402336"/>
          </a:xfrm>
          <a:prstGeom prst="line">
            <a:avLst/>
          </a:prstGeom>
          <a:ln w="15875">
            <a:solidFill>
              <a:srgbClr val="FFB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703320" y="4736592"/>
            <a:ext cx="777240" cy="91440"/>
          </a:xfrm>
          <a:prstGeom prst="line">
            <a:avLst/>
          </a:prstGeom>
          <a:ln w="15875">
            <a:solidFill>
              <a:srgbClr val="FFB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519379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7B8"/>
                </a:solidFill>
                <a:latin typeface="Consolas"/>
              </a:rPr>
              <a:t>amber = chain edge   ·   green = data edge   ·   ISD::RET is the Root; EntryToken is the Entry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547872"/>
            <a:ext cx="5367528" cy="221284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648456"/>
            <a:ext cx="5093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LEGAL vs ILLEGAL  (core vocabulary)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31920"/>
            <a:ext cx="5093208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 DAG is LEGAL for a target iff it uses ONLY: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(a) types that have a register class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→ TLI.addRegisterClass(MVT::i64, &amp;GPR64all…)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(b) operations the target supports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→ TLI.setOperationAction(ISD::SREM, MVT::i64, Expand)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Real AArch64 examples (AArch64ISelLowering.cpp):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addRegisterClass(MVT::i32, &amp;AArch64::GPR32allRegClass);   // :386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addRegisterClass(MVT::i64, &amp;AArch64::GPR64allRegClass);   // :387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setOperationAction(ISD::SREM,  MVT::i64, Expand);         // :690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setOperationAction(ISD::MULHU, MVT::i32, Expand);         // :639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setOperationAction(ISD::GlobalAddress, MVT::i64, Custom); // :470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SelectionDAGNodes.h · ISDOpcodes.h · AArch64ISelLowering.cpp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WHAT KIND OF ALGORITHM 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Why is this hard? The theory behind instruction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3675887" cy="24688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IF THE INPUT WERE A TREE → OPTIMAL 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40156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Optimal tiling of an expression TREE is solvable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exactly, in linear time, by dynamic programming: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  cost[n][nt] = min over rules r matching n of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      cost(r) + Σ cost[child_i][nt_i(r)]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Classic literature: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Aho &amp; Johnson 1976 — optimal code gen by DP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Aho, Ganapathi, Tjiang — twig, tree rewriting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BURG / iburg / lburg — bottom-up rewrite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systems; table-driven, O(n) after preprocessing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Two passes: label bottom-up with costs, then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reduce top-down choosing the min-cost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152144"/>
            <a:ext cx="3675887" cy="24688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252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BUT A DAG MAKES IT NP-COMPLETE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536192"/>
            <a:ext cx="340156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 DAG has SHARED nodes — a value with 2+ users.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Optimal instruction selection on a DAG is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NP-complete  (Aho, Johnson, Ullman 1977).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Why sharing breaks DP: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A tile rooted at X may want to absorb a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shared node S into itself (e.g. fold a shift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into an addressing mode).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But S has another user Y which still needs 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in a register.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So you must either DUPLICATE S's computation,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or materialise it and not fold.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That choice is GLOBAL → DP subproblems are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no longer independent.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1152144"/>
            <a:ext cx="3419856" cy="24688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1252728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SO WHAT DOES LLVM DO?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1" y="1536192"/>
            <a:ext cx="314553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GREEDY MAXIMAL MUNCH + BACKTRACKING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1. Number nodes in topological order.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2. Walk nodes in REVERSE topological order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(root → entry), skipping dead nodes.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3. At each unselected node, run the matcher: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try patterns in order of DECREASING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complexity; FIRST complete match wins.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4. Commit it (MorphNodeTo / getMachineNode).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Never reconsider.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Folding a shared node into a tile is gated by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4FC3F7"/>
                </a:solidFill>
                <a:latin typeface="Segoe UI"/>
              </a:rPr>
              <a:t>   IsLegalToFold()  (cycle / chain safety)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4FC3F7"/>
                </a:solidFill>
                <a:latin typeface="Segoe UI"/>
              </a:rPr>
              <a:t>   IsProfitableToFold() (target heuristic)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⇒ Locally-greedy, not globally optimal.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03904"/>
            <a:ext cx="11173968" cy="1677924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849624"/>
            <a:ext cx="10936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straight from the official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178808"/>
            <a:ext cx="10936224" cy="1184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"The SelectionDAG provides an abstraction for code representation in a way that is amenable to instruction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selection using automatic techniques (e.g., dynamic-programming based optimal pattern matching selectors)."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                                                                     — llvm/docs/CodeGenerator.md:723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FFB74D"/>
                </a:solidFill>
                <a:latin typeface="Consolas"/>
              </a:rPr>
              <a:t>INTERVIEW NUANCE: the docs say the representation is DP-amenable. The *shipped* selector is NOT a DP optimizer —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FFB74D"/>
                </a:solidFill>
                <a:latin typeface="Consolas"/>
              </a:rPr>
              <a:t>it is a greedy, complexity-ordered, backtracking bytecode matcher. Say exactly that and you will stand 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Aho/Johnson/Ullman 1977 · docs/CodeGenerator.md:723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SELECTIONDAGISEL::CODEGENANDEMITDAG()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The pipeline — exact order, with the source of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6812280" cy="37490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52144"/>
            <a:ext cx="50800" cy="374904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1C784"/>
                </a:solidFill>
                <a:latin typeface="Consola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234440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Build DAG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1243584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SelectionDAGBuilder.cpp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1243584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IR → illegal DAG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68196"/>
            <a:ext cx="6812280" cy="37490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568196"/>
            <a:ext cx="50800" cy="37490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650492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1650492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Combine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1659636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DAGCombiner.cpp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1659636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BeforeLegalizeTypes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984248"/>
            <a:ext cx="6812280" cy="37490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1984248"/>
            <a:ext cx="50800" cy="374904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066544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B74D"/>
                </a:solidFill>
                <a:latin typeface="Consola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066544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LegalizeTypes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207568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LegalizeTypes*.cpp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207568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promote/expand/split/widen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00300"/>
            <a:ext cx="6812280" cy="37490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400300"/>
            <a:ext cx="50800" cy="37490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8259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2482596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Combine 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2" y="2491740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DAGCombiner.cpp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2491740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AfterLegalizeTypes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816352"/>
            <a:ext cx="6812280" cy="37490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816352"/>
            <a:ext cx="50800" cy="374904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898648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B74D"/>
                </a:solidFill>
                <a:latin typeface="Consola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2898648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LegalizeVectors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2907792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LegalizeVectorOps.cpp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2" y="2907792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unroll/expand vector 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232404"/>
            <a:ext cx="6812280" cy="37490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232404"/>
            <a:ext cx="50800" cy="37490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314700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3314700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Combine LV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7792" y="3323844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DAGCombiner.cpp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2352" y="3323844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AfterLegalizeVectorOps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648456"/>
            <a:ext cx="6812280" cy="37490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3648456"/>
            <a:ext cx="50800" cy="374904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730752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B74D"/>
                </a:solidFill>
                <a:latin typeface="Consola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3730752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LegalizeOps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07792" y="3739896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LegalizeDAG.cpp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3739896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Legal/Expand/Promote/Custom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064508"/>
            <a:ext cx="6812280" cy="37490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064508"/>
            <a:ext cx="50800" cy="37490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146804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" y="4146804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Combine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07792" y="415594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DAGCombiner.cpp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02352" y="415594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AfterLegalizeDAG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480560"/>
            <a:ext cx="6812280" cy="37490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480560"/>
            <a:ext cx="50800" cy="374904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56285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57373"/>
                </a:solidFill>
                <a:latin typeface="Consolas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" y="4562856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SELECT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07792" y="4572000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SelectionDAGISel.cpp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2352" y="4572000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maximal munch matcher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896612"/>
            <a:ext cx="6812280" cy="37490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4896612"/>
            <a:ext cx="50800" cy="374904"/>
          </a:xfrm>
          <a:prstGeom prst="rect">
            <a:avLst/>
          </a:prstGeom>
          <a:solidFill>
            <a:srgbClr val="B3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4978908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B39DDB"/>
                </a:solidFill>
                <a:latin typeface="Consolas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" y="4978908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Schedule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7792" y="4988052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ScheduleDAGRRList.cpp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02352" y="4988052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bottom-up list scheduling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312664"/>
            <a:ext cx="6812280" cy="37490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5312664"/>
            <a:ext cx="50800" cy="374904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5394960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1C784"/>
                </a:solidFill>
                <a:latin typeface="Consolas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8992" y="5394960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Segoe UI"/>
              </a:rPr>
              <a:t>Emit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07792" y="5404104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FC3F7"/>
                </a:solidFill>
                <a:latin typeface="Consolas"/>
              </a:rPr>
              <a:t>InstrEmitter.cpp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02352" y="5404104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SDNode → MachineInstr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71231" y="1152144"/>
            <a:ext cx="4105656" cy="21031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08391" y="1252728"/>
            <a:ext cx="3831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WHY COMBINE AND LEGALIZE ALTERNATE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08391" y="1536192"/>
            <a:ext cx="383133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Legalization is deliberately DUMB. Its only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contract is: produce LEGAL code. Not good code.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It freely emits shifts, masks, extends, pairs of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half-width ops, libcalls.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The combiner that runs immediately after cleans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that up. From the docs: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'Subsequent runs of the pass clean up the messy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code generated by the Legalize passes, which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allows Legalize to be very simple.'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71231" y="3392424"/>
            <a:ext cx="4105656" cy="13258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08391" y="3493008"/>
            <a:ext cx="3831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BOTH ARE FIXPOINT LOOPS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08391" y="3776472"/>
            <a:ext cx="38313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Legalize: `while(true){ AnyLegalized=false; … }`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because legalizing A can create illegal B.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Combine: `while (N = getNextWorklistEntry())`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because folding A→B re-enqueues B's users.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71231" y="4855464"/>
            <a:ext cx="4105656" cy="9144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08391" y="4956048"/>
            <a:ext cx="3831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39DDB"/>
                </a:solidFill>
                <a:latin typeface="Segoe UI"/>
              </a:rPr>
              <a:t>TIMER NAMES = PHASE NAMES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08391" y="5239512"/>
            <a:ext cx="38313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llc -time-passes shows group "sdag":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combine1 legalize_types combine_lt legalize_vec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legalize_types2 combine_lv legalize combine2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isel sched emit cleanup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SelectionDAGISel.cpp:942-1195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LIB/CODEGEN/SELECTIONDAG/SELECTIONDAGISEL.CPP:942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The driver, verbatim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989320" cy="5271713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97864"/>
            <a:ext cx="57515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condensed: NamedRegionTimer / ISEL_DUMP / view-dag lines removed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27048"/>
            <a:ext cx="5751576" cy="4777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void SelectionDAGISel::CodeGenAndEmitDAG()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StringRef GroupName = "sdag";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// ---- phase 1 : combine before type legalization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CurDAG-&gt;Combine(BeforeLegalizeTypes, getBatchAA(), OptLevel);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// ---- phase 2 : type legalization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Changed = CurDAG-&gt;LegalizeTypes();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if (Changed)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  CurDAG-&gt;Combine(AfterLegalizeTypes, getBatchAA(), OptLevel);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// ---- phase 3 : vector-op legalization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Changed = CurDAG-&gt;LegalizeVectors();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if (Changed)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  CurDAG-&gt;LegalizeTypes();            // may expose new illegal types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  CurDAG-&gt;Combine(AfterLegalizeVectorOps, getBatchAA(), OptLevel);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// ---- phase 4 : operation legalization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CurDAG-&gt;Legalize();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CurDAG-&gt;Combine(AfterLegalizeDAG, getBatchAA(), OptLevel);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// ---- phase 5 : INSTRUCTION SELECTION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DoInstructionSelection();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// ---- phase 6 : schedule, then emit MachineInstrs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ScheduleDAGSDNodes *Scheduler = CreateScheduler();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Scheduler-&gt;Run(CurDAG, FuncInfo-&gt;MBB);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LastMBB = FuncInfo-&gt;MBB = Scheduler-&gt;EmitSchedule(FuncInfo-&gt;InsertPt);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  delete Scheduler;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152144"/>
            <a:ext cx="4956048" cy="17830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25272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NOTE THE CONDITIONALS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36192"/>
            <a:ext cx="46817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Combine after LegalizeTypes only runs `if (Changed)`.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Vector legalization re-runs LegalizeTypes, because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splitting &lt;8 x i32&gt; into two &lt;4 x i32&gt; can itself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introduce freshly illegal types.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This is exactly the 'legalization can create work for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legalization' fixpoint property.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072384"/>
            <a:ext cx="4956048" cy="18288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17296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DoInstructionSelection() SKELETON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456432"/>
            <a:ext cx="468172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PreprocessISelDAG();              // target hook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DAGSize = CurDAG-&gt;AssignTopologicalOrder();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HandleSDNode Dummy(CurDAG-&gt;getRoot());   // pin root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ISelPosition = allnodes_iterator(root); ++ISelPosition;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while (ISelPosition != allnodes_begin()) {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SDNode *Node = &amp;*--ISelPosition;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if (Node-&gt;use_empty()) continue;      // skip dead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Select(Node);                         // tblgen'd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}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CurDAG-&gt;setRoot(Dummy.getValue());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PostprocessISelDAG();             // target hook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5038344"/>
            <a:ext cx="4956048" cy="11887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513892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DEBUG FLAGS TO MEMORISE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422392"/>
            <a:ext cx="46817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llc -debug-only=isel            print DAG after each phase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llc -debug-only=isel-dump       DAG dumps only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llc -filter-print-funcs=foo     narrow to one function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llc -view-isel-dags             GraphViz before Select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llc -view-sunit-dags            GraphViz of SUnit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SelectionDAGISel.cpp:942 and :1282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ALGORITHM: ONE LINEAR PASS, MEMO TABLE, NO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Phase 0 — SelectionDAGBuilder : LLVM IR → illegal DAG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3675887" cy="239572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THE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401567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Input: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one LLVM IR basic block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Output: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one (possibly illegal) SelectionDAG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1. for each IR instruction, in program order: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visit(I)   // switch on opcode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2. visit() emits SDNodes via DAG.getNode(...)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3. results are memoised: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    NodeMap : Value*  →  SDValue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getValue(V) returns the memoised SDValue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→ re-use of an IR value becomes a SHARED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SDNode. THIS is what makes it a DAG.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4. side-effecting ops are threaded on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token chain (getRoot() / setRoot()).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4FC3F7"/>
                </a:solidFill>
                <a:latin typeface="Segoe UI"/>
              </a:rPr>
              <a:t>Complexity: O(#IR instructions). No backtracking,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4FC3F7"/>
                </a:solidFill>
                <a:latin typeface="Segoe UI"/>
              </a:rPr>
              <a:t>no cost model, no choices made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152144"/>
            <a:ext cx="3675887" cy="239572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252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IR → SDNode MAPPING (the ones asked about)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536192"/>
            <a:ext cx="3401567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add/sub/mul/and/or/xor  →  ISD::ADD / SUB / MUL / …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icmp                    →  ISD::SETCC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select                  →  ISD::SELECT / SELECT_CC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load                    →  ISD::LOAD   {value, chain}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store                   →  ISD::STORE  {chain}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getelementptr           →  SHL/MUL + ADD chain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alloca                  →  ISD::FrameIndex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bitcast                 →  ISD::BITCAST (often free)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trunc/zext/sext         →  TRUNCATE/ZERO_EXTEND/SIGN_EXTEND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br / br i1              →  ISD::BR / BRCOND / BR_CC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switch                  →  jump table, bit-test, or a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                 binary search tree of SETCCs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call                    →  TLI.LowerCall → target nodes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ret                     →  TLI.LowerReturn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phi                     →  (no node — see right)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1152144"/>
            <a:ext cx="3419856" cy="239572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1252728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WHY PHI HAS NO SDNode  ★asked often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1" y="1536192"/>
            <a:ext cx="3145536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 SelectionDAG models exactly ONE basic block;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 phi is inherently cross-block.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FunctionLoweringInfo pre-assigns a VIRTUAL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REGISTER to every IR value that is live across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blocks (ValueMap : Value* → unsigned vreg).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• end of pred block:  CopyToReg   %vr, val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• start of use block: CopyFromReg %vr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So PHIs become register copies. Real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MachineInstr PHIs are created by the emitter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and later removed by PHI elimination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(part of register allocation / two-address).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This is the single most common 'gotcha'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question about SelectionDAG.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12464"/>
            <a:ext cx="11173968" cy="269854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758184"/>
            <a:ext cx="10936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57373"/>
                </a:solidFill>
                <a:latin typeface="Consolas"/>
              </a:rPr>
              <a:t>lib/CodeGen/SelectionDAG/SelectionDAGBuilder.cpp:4631  visitGetElementPtr()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087368"/>
            <a:ext cx="10936224" cy="22047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// ---- visitGetElementPtr : the exact code path our dry-run will follow.  N = running address SDValue.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if (CI &amp;&amp; !ElementScalable) {                  // CONSTANT index  →  fold straight into an immediate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APInt Offs = ElementMul * CI-&gt;getValue().sextOrTrunc(IdxSize);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N = DAG.getMemBasePlusOffset(N, DAG.getConstant(Offs, dl, IdxTy), dl, Flags);  continue;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SDValue IdxN = getValue(Idx);                                        // VARIABLE index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IdxN = DAG.getSExtOrTrunc(IdxN, dl, N.getValueType());               // widen/narrow to pointer width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if (ElementMul != 1)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FFB74D"/>
                </a:solidFill>
                <a:latin typeface="Consolas"/>
              </a:rPr>
              <a:t>    if (ElementMul.isPowerOf2()) {                                     // *** common case: scale → SHIFT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FFB74D"/>
                </a:solidFill>
                <a:latin typeface="Consolas"/>
              </a:rPr>
              <a:t>      IdxN = DAG.getNode(ISD::SHL, dl, N.getValueType(), IdxN,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FFB74D"/>
                </a:solidFill>
                <a:latin typeface="Consolas"/>
              </a:rPr>
              <a:t>           DAG.getShiftAmountConstant(ElementMul.logBase2(), N.getValueType(), dl), ScaleFlags);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} else {                                                           // non-power-of-2 → a real MUL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  IdxN = DAG.getNode(ISD::MUL, dl, N.getValueType(), IdxN, Scale, ScaleFlags);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81C784"/>
                </a:solidFill>
                <a:latin typeface="Consolas"/>
              </a:rPr>
              <a:t>  N = DAG.getMemBasePlusOffset(N, IdxN, dl, AddFlags);                 // N = N + Idx*ElementSize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SelectionDAGBuilder.cpp:4631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ALGORITHM: ITERATIVE LOCAL REWRITING TO A FIXED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Phases 1/3/5/7 — DAGCombiner : a worklist fixpoint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6172200" cy="529238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97864"/>
            <a:ext cx="59344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lib/CodeGen/SelectionDAG/DAGCombiner.cpp:1846  (verbatim, comments trimmed)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27048"/>
            <a:ext cx="5934456" cy="47986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void DAGCombiner::Run(CombineLevel AtLevel)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Level          = AtLevel;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LegalDAG       = Level &gt;= AfterLegalizeDAG;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LegalOperations= Level &gt;= AfterLegalizeVectorOps;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LegalTypes     = Level &gt;= AfterLegalizeTypes;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if (UseTopologicalSorting) DAG.AssignTopologicalOrder();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FFB74D"/>
                </a:solidFill>
                <a:latin typeface="Consolas"/>
              </a:rPr>
              <a:t>  for (SDNode &amp;Node : DAG.allnodes())        // SEED the worklist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FFB74D"/>
                </a:solidFill>
                <a:latin typeface="Consolas"/>
              </a:rPr>
              <a:t>    AddToWorklist(&amp;Node, /*IsCandidateForPruning*/ Node.use_empty());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HandleSDNode Dummy(DAG.getRoot());         // pin root from deletion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81C784"/>
                </a:solidFill>
                <a:latin typeface="Consolas"/>
              </a:rPr>
              <a:t>  while (SDNode *N = getNextWorklistEntry()) {   // *** FIXPOINT LOOP ***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if (recursivelyDeleteUnusedNodes(N)) continue;      // DCE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if (LegalDAG) {                      // keep legality after phase 6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  bool NIsValid = DAG.LegalizeOp(N, UpdatedNodes);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  for (SDNode *LN : UpdatedNodes) AddToWorklistWithUsers(LN);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  if (!NIsValid) continue;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for (const SDValue &amp;ChildN : N-&gt;op_values())        // revisit operands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  AddToWorklist(ChildN.getNode(), true, /*SkipIfCombinedBefore*/ true);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57373"/>
                </a:solidFill>
                <a:latin typeface="Consolas"/>
              </a:rPr>
              <a:t>    SDValue RV = combine(N);            // ~2000 visitXXX() fold rules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if (!RV.getNode()) continue;        // no fold happened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if (RV.getNode() == N)   continue;  // CombineTo already did the work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57373"/>
                </a:solidFill>
                <a:latin typeface="Consolas"/>
              </a:rPr>
              <a:t>    DAG.ReplaceAllUsesWith(N, RV.getNode());         // rewrite the graph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if (RV.getOpcode() != ISD::EntryToken)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  AddToWorklistWithUsers(RV.getNode());          // cascade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  recursivelyDeleteUnusedNodes(N);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DAG.setRoot(Dummy.getValue());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  DAG.RemoveDeadNodes();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90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152144"/>
            <a:ext cx="4773168" cy="17830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252728"/>
            <a:ext cx="4498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THE WORKLIST DATA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536192"/>
            <a:ext cx="44988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SmallVector&lt;SDNode*&gt; Worklist   — LIFO (pop_back)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+  int SDNode::CombinerWorklistIndex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   &gt;= 0  : currently queued at that index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   -1    : not in worklist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   -2    : already combined once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The index-in-the-node IS the membership set: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O(1) insert, O(1) contains, O(1) remove — no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hash set needed. Classic LLVM trick.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072384"/>
            <a:ext cx="4773168" cy="14173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172968"/>
            <a:ext cx="4498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WHY LIFO (stack) AND NOT FIFO?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456432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After folding N → RV, RV and its users go on top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and are processed immediately. That means a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cascade of folds completes depth-first before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unrelated nodes are touched — better locality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and more folds found per pass.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Also: `SkipIfCombinedBefore` prevents re-visiting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the same operand forever → guarantees termination.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4626864"/>
            <a:ext cx="4773168" cy="16002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727448"/>
            <a:ext cx="4498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WHAT KINDS OF FOLDS? (visit() rules)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5010912"/>
            <a:ext cx="4498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constant folding            (1+2 → 3)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algebraic identities        (x*1, x+0, x&amp;~0)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reassociation               ((a+c1)+c2 → a+(c1+c2))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sign/zero-extension elimination  ← the docs call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this 'one important class of optimizations'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load/store narrowing &amp; store merging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select/setcc simplification, known-bits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target hook: TLI.PerformDAGCombine(N, DCI)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→ AArch64PerformDAGCombine (hundreds of rules)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DAGCombiner.cpp:1846 Run()  ·  :234 getNextWorklistEntry()  ·  :273 AddToWorklist()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ALGORITHM: RECURSIVE TYPE-DRIVEN REWRITING TO FIXPOINT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Phase 2 — LegalizeTypes : make every TYPE representable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532120" cy="150876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5257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SCALAR TYPES — 2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PROMOTE  (small → larger legal type)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i1/i8/i16 arithmetic on AArch64 → do it in i32.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Legalizer inserts ZERO_EXTEND / SIGN_EXTEND / AssertZext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so observable behaviour is unchanged.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EXPAND   (large → pair of smaller legal)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i128 add → ADDC/ADDE (or UADDO/ADDCARRY) on two i64 halves.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i64 on a 32-bit target → Lo/Hi pair.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98064"/>
            <a:ext cx="5532120" cy="157276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98648"/>
            <a:ext cx="5257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VECTOR TYPES — 3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52578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WIDEN    (pad with undef up to a legal width)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&lt;3 x float&gt; → &lt;4 x float&gt;   (extra lane is dead)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SPLIT    (cut in half, recursively)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&lt;8 x i32&gt; → two &lt;4 x i32&gt;   (repeat until legal)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SCALARIZE (give up on vectors)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&lt;1 x i64&gt; → i64; or split all the way to elements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and do element-wise scalar ops.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Chosen by TLI.getTypeAction(VT) / getTypeToTransformTo().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52144"/>
            <a:ext cx="5458968" cy="150876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52728"/>
            <a:ext cx="51846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HOW THE TARGET DECLARES LEGAL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36192"/>
            <a:ext cx="51846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In the TargetLowering constructor: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4FC3F7"/>
                </a:solidFill>
                <a:latin typeface="Segoe UI"/>
              </a:rPr>
              <a:t>  addRegisterClass(MVT::i32, &amp;AArch64::GPR32allRegClass);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4FC3F7"/>
                </a:solidFill>
                <a:latin typeface="Segoe UI"/>
              </a:rPr>
              <a:t>  addRegisterClass(MVT::i64, &amp;AArch64::GPR64allRegClass);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4FC3F7"/>
                </a:solidFill>
                <a:latin typeface="Segoe UI"/>
              </a:rPr>
              <a:t>  addRegisterClass(MVT::v4i32, &amp;AArch64::FPR128RegClass);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'A type is legal iff it has a register class.'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computeRegisterProperties() then derives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promote/expand/widen/split decision 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98064"/>
            <a:ext cx="5458968" cy="1572768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898648"/>
            <a:ext cx="51846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SOFT-FLOAT / FLOAT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82112"/>
            <a:ext cx="5184648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LegalizeFloatTypes.cpp handles: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SOFTEN  — f32/f64 with no FP unit become integer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bit patterns + libcalls (__addsf3, __muldf3…)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PROMOTE — f16 → f32 when no native half support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EXPAND  — f128 / ppcf128 → pairs or libcalls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This is why a target with no FPU still compiles: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the legalizer rewrites FP ops into runtime calls.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17136"/>
            <a:ext cx="11173968" cy="2082025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562856"/>
            <a:ext cx="10936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the fixpoint skeleton shared by all legalize phases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892040"/>
            <a:ext cx="10936224" cy="158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8ECF1"/>
                </a:solidFill>
                <a:latin typeface="Consolas"/>
              </a:rPr>
              <a:t>// All legalize phases share this OUTER structure: iterate until nothing changes.  (SelectionDAG::Legalize())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8ECF1"/>
                </a:solidFill>
                <a:latin typeface="Consolas"/>
              </a:rPr>
              <a:t>  while (true)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8ECF1"/>
                </a:solidFill>
                <a:latin typeface="Consolas"/>
              </a:rPr>
              <a:t>    bool AnyLegalized = false;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FFB74D"/>
                </a:solidFill>
                <a:latin typeface="Consolas"/>
              </a:rPr>
              <a:t>    for (auto NI = allnodes_end(); NI != allnodes_begin();) {        // REVERSE topological order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8ECF1"/>
                </a:solidFill>
                <a:latin typeface="Consolas"/>
              </a:rPr>
              <a:t>      --NI;  SDNode *N = &amp;*NI;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8ECF1"/>
                </a:solidFill>
                <a:latin typeface="Consolas"/>
              </a:rPr>
              <a:t>      if (N-&gt;use_empty() &amp;&amp; N != getRoot().getNode()) { ++NI; DeleteNode(N); continue;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81C784"/>
                </a:solidFill>
                <a:latin typeface="Consolas"/>
              </a:rPr>
              <a:t>      if (LegalizedNodes.insert(N).second) {    // 'visited' set → each node legalized exactly once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8ECF1"/>
                </a:solidFill>
                <a:latin typeface="Consolas"/>
              </a:rPr>
              <a:t>        AnyLegalized = true;  Legalizer.LegalizeOp(N);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8ECF1"/>
                </a:solidFill>
                <a:latin typeface="Consolas"/>
              </a:rPr>
              <a:t>    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8ECF1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57373"/>
                </a:solidFill>
                <a:latin typeface="Consolas"/>
              </a:rPr>
              <a:t>    if (!AnyLegalized) break;                                        // FIXPOINT reached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50" b="0">
                <a:solidFill>
                  <a:srgbClr val="E8ECF1"/>
                </a:solidFill>
                <a:latin typeface="Consolas"/>
              </a:rPr>
              <a:t>  RemoveDeadNodes();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LegalizeTypes.cpp · LegalizeIntegerTypes.cpp (264 KB) · LegalizeVectorTypes.cpp (370 KB)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ALGORITHM: PER-NODE ACTION LOOKUP + REWRITE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Phase 6 — LegalizeOps : make every OPERATION supported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6492240" cy="7315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6187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1C784"/>
                </a:solidFill>
                <a:latin typeface="Consolas"/>
              </a:rPr>
              <a:t>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243584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Target supports it natively → leave it alone.
Just legalize the operands and move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6492240" cy="7315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74D"/>
                </a:solidFill>
                <a:latin typeface="Consolas"/>
              </a:rPr>
              <a:t>EXPAND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2996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Open-code an equivalent sequence of legal ops.
SREM → (SDIV + MSUB).  CTPOP → bit tricks.
If no sequence exists → fall back to a LIBCALL.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24912"/>
            <a:ext cx="6492240" cy="7315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8346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C3F7"/>
                </a:solidFill>
                <a:latin typeface="Consolas"/>
              </a:rPr>
              <a:t>PROMOTE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1635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Do the operation in a WIDER legal type, then
truncate. e.g. i16 CTTZ done as i32 CTTZ.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11296"/>
            <a:ext cx="6492240" cy="7315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2102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57373"/>
                </a:solidFill>
                <a:latin typeface="Consolas"/>
              </a:rPr>
              <a:t>CUSTOM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02736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Call the target: TLI.LowerOperation(Op, DAG).
The target returns its own replacement subgraph —
this is where AArch64ISD::* nodes are born.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97680"/>
            <a:ext cx="6492240" cy="7315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4074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39DDB"/>
                </a:solidFill>
                <a:latin typeface="Consolas"/>
              </a:rPr>
              <a:t>LIBCALL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38912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Replace with a call to a runtime routine
(__divti3, fmod, memcpy...). Used heavily for
soft-float and 128-bit integer math.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152144"/>
            <a:ext cx="4498848" cy="205740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243584"/>
            <a:ext cx="4224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HOW THE TARGET DECLARES THEM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499616"/>
            <a:ext cx="422452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// AArch64ISelLowering.cpp, in the ctor: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setOperationAction(ISD::SREM,  MVT::i32, Expand);  // :689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setOperationAction(ISD::SREM,  MVT::i64, Expand);  // :690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setOperationAction(ISD::MULHU, MVT::i32, Expand);  // :639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setOperationAction(ISD::MULHS, MVT::i32, Expand);  // :640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setOperationAction(ISD::GlobalAddress,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           MVT::i64, Custom);              // :470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// default for everything unset == Legal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3346704"/>
            <a:ext cx="4498848" cy="14173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447288"/>
            <a:ext cx="4224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Segoe UI"/>
              </a:rPr>
              <a:t>LegalizeOp()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730752"/>
            <a:ext cx="42245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E8ECF1"/>
                </a:solidFill>
                <a:latin typeface="Segoe UI"/>
              </a:rPr>
              <a:t>switch (TLI.getOperationAction(Node-&gt;getOpcode(), VT)) {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E8ECF1"/>
                </a:solidFill>
                <a:latin typeface="Segoe UI"/>
              </a:rPr>
              <a:t>  case Legal:   /* nothing */            break;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E8ECF1"/>
                </a:solidFill>
                <a:latin typeface="Segoe UI"/>
              </a:rPr>
              <a:t>  case Custom:  Res = TLI.LowerOperation(…); break;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E8ECF1"/>
                </a:solidFill>
                <a:latin typeface="Segoe UI"/>
              </a:rPr>
              <a:t>  case Promote: PromoteNode(Node);        break;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E8ECF1"/>
                </a:solidFill>
                <a:latin typeface="Segoe UI"/>
              </a:rPr>
              <a:t>  case Expand:  ExpandNode(Node);         break;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E8ECF1"/>
                </a:solidFill>
                <a:latin typeface="Segoe UI"/>
              </a:rPr>
              <a:t>}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E8ECF1"/>
                </a:solidFill>
                <a:latin typeface="Segoe UI"/>
              </a:rPr>
              <a:t>if (Res) ReplaceNode(SDValue(Node,0), Res);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4901183"/>
            <a:ext cx="4498848" cy="10972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5001767"/>
            <a:ext cx="4224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WHY THIS DESIGN WINS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285231"/>
            <a:ext cx="42245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Before Legalize existed, EVERY target's selector had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to handle EVERY operator and type. Now canonicalization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patterns are SHARED across all targets, and the result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is still a DAG — so the combiner can optimize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LegalizeDAG.cpp:983 LegalizeOp()  ·  TargetLowering.cpp (599 KB)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GREEDY MAXIMAL MUNCH OVER THE DAG, IN REVERSE TOPOLOGICAL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Phase 8 — Select : the instruction selector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6263640" cy="5282976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97864"/>
            <a:ext cx="6025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SelectionDAGISel.cpp:1282  DoInstructionSelection()  (verbatim)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27048"/>
            <a:ext cx="6025896" cy="478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void SelectionDAGISel::DoInstructionSelection()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PreprocessISelDAG();                       // target pre-pass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FFB74D"/>
                </a:solidFill>
                <a:latin typeface="Consolas"/>
              </a:rPr>
              <a:t>  DAGSize = CurDAG-&gt;AssignTopologicalOrder();   // Kahn's algorithm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HandleSDNode Dummy(CurDAG-&gt;getRoot());     // keep root alive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SelectionDAG::allnodes_iterator ISelPosition(CurDAG-&gt;getRoot().getNode());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++ISelPosition;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ISelUpdater ISU(*CurDAG, ISelPosition);    // keeps iterator valid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// 'The AllNodes list is now topological-sorted. Visit the nodes by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//  starting at the END of the list (the root of the graph) and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//  preceding back toward the beginning (the entry node).'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81C784"/>
                </a:solidFill>
                <a:latin typeface="Consolas"/>
              </a:rPr>
              <a:t>  while (ISelPosition != CurDAG-&gt;allnodes_begin())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81C784"/>
                </a:solidFill>
                <a:latin typeface="Consolas"/>
              </a:rPr>
              <a:t>    SDNode *Node = &amp;*--ISelPosition;        // REVERSE topological order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  if (Node-&gt;use_empty()) continue;        // dead → skip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  if (!TLI-&gt;isStrictFPEnabled() &amp;&amp; Node-&gt;isStrictFPOpcode())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    Node = CurDAG-&gt;mutateStrictFPToFP(Node);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57373"/>
                </a:solidFill>
                <a:latin typeface="Consolas"/>
              </a:rPr>
              <a:t>    Select(Node);          // &lt;-- TableGen-generated; calls SelectCodeCommon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CurDAG-&gt;setRoot(Dummy.getValue());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PostprocessISelDAG();                      // target post-pass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152144"/>
            <a:ext cx="4681728" cy="17830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252728"/>
            <a:ext cx="4407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WHY *REVERSE* TOPOLOGICAL ORDER?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36192"/>
            <a:ext cx="44074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Edges point USE → DEF. Reverse topological order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means: visit a node only AFTER all of its users.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So when we select node N, every user of N has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already been selected and has already had its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chance to FOLD N into itself.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That is precisely what makes maximal munch work: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big tiles are formed at the top, and the nodes they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swallowed are simply dead by the time we reach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3072384"/>
            <a:ext cx="4681728" cy="16002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172968"/>
            <a:ext cx="4407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THE NodeId TRICK (very interviewable)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456432"/>
            <a:ext cx="44074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During selection, NodeId doubles as a mark: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Node-&gt;setNodeId(-1)   ⇒  'already selected'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negative              ⇒  invalidated id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positive              ⇒  valid topo index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EnforceNodeIdInvariant keeps: every unselected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successor of a selected node must have a negative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id. That invariant is what lets the folding-legality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check prune its search (see next slide).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809744"/>
            <a:ext cx="4681728" cy="13258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4910328"/>
            <a:ext cx="4407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TWO TARGET HOOKS AROUND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193792"/>
            <a:ext cx="4407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PreprocessISelDAG()  — e.g. AArch64 turns certain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patterns into target nodes before matching.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PostprocessISelDAG() — e.g. peephole fixups on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already-selected machine DAG.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Plus Select(Node) can be hand-written C++ for nodes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TableGen cannot express (multi-result nodes, etc.).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SelectionDAGISel.cpp:1282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SELECTCODECOMMON() INTERPRETS A TABLEGEN-GENERATED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Inside Select() — the matcher is a bytecode virtual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897880" cy="5282976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97864"/>
            <a:ext cx="5660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SelectionDAGISel.cpp:3352  SelectCodeCommon()  — opcode list condensed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27048"/>
            <a:ext cx="5660136" cy="478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// the interpreter loop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while (true)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BuiltinOpcodes Opcode = (BuiltinOpcodes)MatcherTable[MatcherIndex++];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switch (Opcode)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FFB74D"/>
                </a:solidFill>
                <a:latin typeface="Consolas"/>
              </a:rPr>
              <a:t>  case OPC_Scope:          // push a backtrack point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81C784"/>
                </a:solidFill>
                <a:latin typeface="Consolas"/>
              </a:rPr>
              <a:t>  case OPC_RecordNode:     // remember N as an operand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OPC_RecordChild0..7: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OPC_MoveChild0..7:  // descend to operand #k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OPC_MoveParent:     // pop back up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OPC_CheckOpcode:    // is N-&gt;getOpcode() == X ?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OPC_SwitchOpcode:   // O(1) dispatch on opcode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OPC_CheckType: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OPC_SwitchType: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OPC_CheckInteger / CheckCondCode / CheckValueType: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OPC_CheckPredicate: // arbitrary C++ predicate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57373"/>
                </a:solidFill>
                <a:latin typeface="Consolas"/>
              </a:rPr>
              <a:t>  case OPC_CheckComplexPat:// call target C++ (addressing modes!)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OPC_CheckFoldableChainNode: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OPC_EmitInteger / EmitRegister / EmitConvertToTarget: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case OPC_EmitNodeXForm:  // SDNodeXForm on an operand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4FC3F7"/>
                </a:solidFill>
                <a:latin typeface="Consolas"/>
              </a:rPr>
              <a:t>  case OPC_EmitNode:       // create a new MachineSDNode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4FC3F7"/>
                </a:solidFill>
                <a:latin typeface="Consolas"/>
              </a:rPr>
              <a:t>  case OPC_MorphNodeTo:    // mutate N in place into the machine op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81C784"/>
                </a:solidFill>
                <a:latin typeface="Consolas"/>
              </a:rPr>
              <a:t>  case OPC_CompleteMatch:  // SUCCESS: ReplaceUses + RemoveDeadNode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...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// fallthrough out of switch == this check FAILED → backtrack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152144"/>
            <a:ext cx="5047488" cy="169164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252728"/>
            <a:ext cx="4773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WHY A BYTECODE TABLE AT ALL?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536192"/>
            <a:ext cx="477316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 target has 1000s of patterns. Generating a huge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if/else C++ function would explode compile time and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I-cache. So TableGen emits a compact BYTE ARRAY and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LLVM ships one small interpreter.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Bonus: common prefixes of patterns are shared in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table, so the matcher is effectively a TRIE / DFA over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the pattern set — one walk tests many patterns at once.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OPC_SwitchOpcode gives O(1) first-level 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980944"/>
            <a:ext cx="5047488" cy="14173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081528"/>
            <a:ext cx="4773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MATCHER STATE (the 'registers' of the VM)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364992"/>
            <a:ext cx="47731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SmallVector&lt;SDValue&gt; NodeStack        — current path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SmallVector&lt;pair&lt;SDValue,SDNode*&gt;&gt;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    RecordedNodes          — captured operands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SmallVector&lt;MachineMemOperand*&gt;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    MatchedMemRefs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SDValue InputChain, InputGlue        — merged chain/glue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SmallVector&lt;SDNode*&gt; ChainNodesMatched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SmallVector&lt;MatchScope, 8&gt; MatchScopes  — backtrack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535424"/>
            <a:ext cx="5047488" cy="16459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636008"/>
            <a:ext cx="4773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PATTERN ORDER = COMPLEXITY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919472"/>
            <a:ext cx="47731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TableGen sorts patterns by decreasing complexity: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Complexity = pattern size + AddedComplexity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So the biggest tile is attempted FIRST, and the first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complete match is committed. That is textbook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MAXIMAL MUNCH.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AArch64 uses `let AddedComplexity = 10` on its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register-offset loads so they beat plain base+imm.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SelectionDAGISel.cpp:3352 · utils/TableGen/DAGISelMatcher*.cpp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THIS IS THE PART PEOPLE CANNOT ANSWER IN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The backtracking algorithm — MatchScope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THE BACKTRACK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5394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struct MatchScope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unsigned FailIndex;          // where to resume on failure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SmallVector&lt;SDValue, 4&gt; NodeStack;  // saved walk position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unsigned NumRecordedNodes;   // truncate RecordedNodes to this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unsigned NumMatchedMemRefs;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SDValue  InputChain, InputGlue;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bool     HasChainNodesMatched;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};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SmallVector&lt;MatchScope, 8&gt; MatchScopes;   // the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92424"/>
            <a:ext cx="5669280" cy="269748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83864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57373"/>
                </a:solidFill>
                <a:latin typeface="Consolas"/>
              </a:rPr>
              <a:t>ON FAILURE: RESTORE AND RETRY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39896"/>
            <a:ext cx="539496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// reached when any OPC_Check* fails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++NumDAGIselRetries;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while (true)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if (MatchScopes.empty())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CannotYetSelect(NodeToMatch);     // fatal: no pattern matched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return;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MatchScope &amp;LastScope = MatchScopes.back();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1C784"/>
                </a:solidFill>
                <a:latin typeface="Consolas"/>
              </a:rPr>
              <a:t>  RecordedNodes.resize(LastScope.NumRecordedNodes);   // UNDO captures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1C784"/>
                </a:solidFill>
                <a:latin typeface="Consolas"/>
              </a:rPr>
              <a:t>  NodeStack.assign(LastScope.NodeStack.begin(), …);   // UNDO walk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N = NodeStack.back();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MatchedMemRefs.resize(LastScope.NumMatchedMemRefs);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1C784"/>
                </a:solidFill>
                <a:latin typeface="Consolas"/>
              </a:rPr>
              <a:t>  MatcherIndex = LastScope.FailIndex;                 // JUMP to next alt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InputChain = LastScope.InputChain;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InputGlue  = LastScope.InputGlue;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if (!LastScope.HasChainNodesMatched) ChainNodesMatched.clear();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unsigned NumToSkip = MatcherTable[MatcherIndex++];  // VBR-decoded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if (NumToSkip != 0) {                 // another alternative exists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LastScope.FailIndex = MatcherIndex + NumToSkip;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break;                              // retry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MatchScopes.pop_back();               // scope exhausted → go outer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52144"/>
            <a:ext cx="5276088" cy="21031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252728"/>
            <a:ext cx="5001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WHAT KIND OF SEARCH IS THIS?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536192"/>
            <a:ext cx="500176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A depth-first search with chronological backtracking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over the pattern trie — exactly like a regex engine or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 Prolog interpreter.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OPC_Scope            = choice point (push frame)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OPC_Check* failure   = dead end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restore + FailIndex  = try the next alternative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OPC_CompleteMatch    = accept, cut off all search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Worst case is exponential in theory; in practice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shared trie prefixes + the OPC_Scope 'skip predicates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that are known to fail' optimization keep it near-linear.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92424"/>
            <a:ext cx="5276088" cy="13258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493008"/>
            <a:ext cx="5001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A REAL OPTIMIZATION IN OPC_Scope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776472"/>
            <a:ext cx="50017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Before pushing a scope, the interpreter calls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IsPredicateKnownToFail(). If the first predicate of an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alternative provably fails on this node, it skips that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alternative WITHOUT pushing a frame: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'Skipped scope entry (due to false predicate) …'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Cheap pruning before the expensive save.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855464"/>
            <a:ext cx="5276088" cy="123444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956048"/>
            <a:ext cx="5001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WHEN EVERYTHING FAILS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239512"/>
            <a:ext cx="5001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CannotYetSelect(N) → the famous error: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  fatal error: Cannot select: 0x… : i64 = …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Meaning: the DAG was legal, but no pattern covered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this node. Usually a missing .td pattern or a missing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setOperationAction for your new target/op.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SelectionDAGISel.cpp:3288 MatchScope · :3522 OPC_Scope · :4532 backtrack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THE DAG-SPECIFIC CONSTRAINT THAT TREES NEVER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When may a tile swallow a node? Folding legality &amp;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577840" cy="21031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THE PROBLEM, CONCRETELY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5303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We want to fold  (shl %i, 3)  into the load's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addressing mode, producing  ldr x, [base, %i, lsl #3].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That is only OK if: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1. the SHL has no OTHER user that still needs its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  value in a register — otherwise we'd compute it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  twice (or must keep it anyway → no saving);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  2. folding does not create a CYCLE through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     chain (a classic bug source);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  3. the target thinks it is actually profitable.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On a TREE none of this exists. On a DAG it is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whole difficulty — and the reason selection is NP-hard.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92424"/>
            <a:ext cx="5577840" cy="123444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83864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57373"/>
                </a:solidFill>
                <a:latin typeface="Consolas"/>
              </a:rPr>
              <a:t>THE GATE IN THE MATCHER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39896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// OPC_CheckFoldableChainNode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if (!IsProfitableToFold(N, NodeStack[NodeStack.size()-2].getNode(),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                NodeToMatch) ||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!IsLegalToFold(N, NodeStack[NodeStack.size()-2].getNode(),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           NodeToMatch, OptLevel, /*IgnoreChains*/ false))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break;     // -&gt; backtrack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52144"/>
            <a:ext cx="5367528" cy="210312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93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81C784"/>
                </a:solidFill>
                <a:latin typeface="Consolas"/>
              </a:rPr>
              <a:t>AArch64's PROFITABILITY HEURISTIC (verbatim)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99616"/>
            <a:ext cx="50932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bool AArch64DAGToDAGISel::isWorthFoldingAddr(SDValue V,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                           unsigned Size) const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// Trivial if optimizing for size, or single use.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if (CurDAG-&gt;shouldOptForSize() || V.hasOneUse())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return true;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// Slow-shift subtargets: folding costs extra uops.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if (Subtarget-&gt;hasAddrLSLSlow14() &amp;&amp;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(Size == 2 || Size == 16))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return false;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// Address math is emitted anyway for a non-address use?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if (V.getOpcode() == ISD::SHL &amp;&amp; isWorthFoldingSHL(V))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return true;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if (V.getOpcode() == ISD::ADD) { … same for LHS/RHS …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return false;   // it hurts: value will be reused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392424"/>
            <a:ext cx="5367528" cy="123444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493008"/>
            <a:ext cx="5093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READ LINE 4 AGAIN — hasOneUse()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76472"/>
            <a:ext cx="50932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`if (… || V.hasOneUse()) return true;`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This single line is the practical answer to 'how does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LLVM deal with shared nodes during selection?'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If the node has exactly one user, folding is free.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If it is shared, the target must justify duplication.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9744"/>
            <a:ext cx="11173968" cy="11430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10328"/>
            <a:ext cx="108996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ALSO: SelectAddrModeXRO REFUSES TO FOLD IF ANY USER IS NOT A MEMORY 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93792"/>
            <a:ext cx="10899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  // Check if this particular node is reused in any non-memory related operation.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  // If yes, do not try to fold this node into the address computation, since the computation will be kept.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  for (SDNode *UI : Node-&gt;users())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      if (!isMemOpOrPrefetch(UI)) return false;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— AArch64ISelDAGToDAG.cpp, SelectAddrModeXRO(). A clean, quotable example of DAG-awareness in a real backend.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SelectionDAGISel.cpp:3992 · AArch64ISelDAGToDAG.cpp:954, :1632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ALGORITHM: BOTTOM-UP LIST SCHEDULING OVER SUNITS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Phase 9 — Scheduling : linearize the DAG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3675887" cy="23317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THE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40156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The selected DAG is converted to a SCHEDULING graph: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SDNode    →  SUnit   (ScheduleDAGSDNodes)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SDValue   →  SDep    (edge with a kind)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Nodes that must stay together (glue) are CLUSTERED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into one SUnit. Immediates and other non-schedulable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operands are dropped.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SDep kinds: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Data      — true dependence (needs the value)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Anti      — WAR (write-after-read)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Output    — WAW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Order     — chain / artificial ordering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Each SUnit has Latency, Height, Depth, NumPredsLeft.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152144"/>
            <a:ext cx="3675887" cy="23317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252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THE LIST-SCHEDULING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536192"/>
            <a:ext cx="340156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ListScheduleBottomUp()  — classic list scheduling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1. AvailableQueue ← all SUnits with no unscheduled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successors (the 'ready' set at the bottom).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2. while queue not empty: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SU = PickNodeToScheduleBottomUp()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// pop the highest-priority ready node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if SU needs a live physreg that is busy: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defer it (Interferences) and try next;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may even UNSCHEDULE nodes (backtracking!)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or duplicate / insert copies to fix it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ScheduleNodeBottomUp(SU)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ReleasePredecessors(SU)   // --NumSuccsLeft;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                     // ready ⇒ push to queue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3. Reverse the emitted sequence → final order.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This is a GREEDY topological traversal with priorities.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1152144"/>
            <a:ext cx="3419856" cy="23317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1252728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39DDB"/>
                </a:solidFill>
                <a:latin typeface="Segoe UI"/>
              </a:rPr>
              <a:t>PRIORITY FUNCTIONS (-pre-RA-sched=…)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1" y="1536192"/>
            <a:ext cx="314553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source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keep source order (fast, -O0)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list-burr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bottom-up register-pressure reduction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list-hybrid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balance latency vs pressure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list-ilp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balance ILP vs pressure (default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  for many targets)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fast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ScheduleDAGFast, minimal work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vliw-td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top-down for VLIW targets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createDefaultScheduler() asks the Subtarget first: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if (auto *Ctor = ST.getDAGScheduler(OptLevel))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return Ctor(IS, OptLevel);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Note: this is the PRE-RA SDAG scheduler. Most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targets now also run the MachineScheduler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39312"/>
            <a:ext cx="6675120" cy="178308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075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SETHI–ULLMAN NUMBERS = THE REGISTER-PRESSURE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86784"/>
            <a:ext cx="6400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/// CalcNodeSethiUllmanNumber - Compute Sethi Ullman number.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/// Smaller number is the higher priority.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unsigned SethiUllmanNumber = 0, Extra = 0;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for (const SDep &amp;Pred : TempSU-&gt;Preds)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if (Pred.isCtrl()) continue;            // ignore chain preds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unsigned PredSethiUllman = SUNumbers[Pred.getSUnit()-&gt;NodeNum];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if (PredSethiUllman &gt; SethiUllmanNumber) { SethiUllmanNumber = PredSethiUllman; Extra = 0;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else if (PredSethiUllman == SethiUllmanNumber) ++Extra;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SethiUllmanNumber += Extra;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if (SethiUllmanNumber == 0) SethiUllmanNumber = 1;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639312"/>
            <a:ext cx="4270248" cy="17830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739896"/>
            <a:ext cx="3995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WHAT SETHI–ULLMAN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023360"/>
            <a:ext cx="39959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The classic 1970 result: the minimum number of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registers needed to evaluate an expression tree.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  SU(leaf) = 1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  SU(n) = max(SU(children)) + (#children tied at max)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Evaluate the HARDER subtree first → fewer live values.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LLVM reuses it as the bottom-up priority so that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register pressure stays low before allocation.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Implemented iteratively (explicit WorkList) to avoid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stack overflow on huge 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ScheduleDAGRRList.cpp:265 ListScheduleBottomUp · :1441 PickNode · :1917 Sethi-Ullman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THE DAG DIES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Phase 10 — InstrEmitter : SDNode → MachineInstr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577840" cy="23317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WHAT EmitSchedule() DOES, PER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5303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1. Look up MCInstrDesc for the machine opcode.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2. For each RESULT: create a VIRTUAL REGISTER of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correct register class → CreateVirtualRegisters().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Result #i of the SDNode becomes def operand #i.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3. For each OPERAND: AddOperand()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• SDValue of a register   → use of that vreg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• TargetConstant          → MO_Immediate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• TargetFrameIndex        → MO_FrameIndex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• TargetGlobalAddress     → MO_GlobalAddress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• BasicBlock              → MO_MachineBasicBlock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4. Attach MachineMemOperands (the MatchedMemRefs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collected during matching) → alias info survives.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5. Handle EXTRACT/INSERT_SUBREG &amp; REG_SEQUENCE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as sub-register index operations, not real instrs.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6. Transfer debug locations + DBG_VALUEs.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52144"/>
            <a:ext cx="5367528" cy="23317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52728"/>
            <a:ext cx="5093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WHAT COMES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36192"/>
            <a:ext cx="50932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Machine IR in SSA form over VIRTUAL registers.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From docs/CodeGenerator.md §'Machine code in SSA form':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'the machine code is in SSA form … until register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allocation happens.'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So right after ISel you have: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infinitely many virtual registers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each vreg defined exactly once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PHI MachineInstrs at block heads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target opcodes + target operands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Everything after this point (MachineScheduler,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RA, PEI, branch folding) works on MachineInstrs.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The SelectionDAG itself is destroyed.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39312"/>
            <a:ext cx="11173968" cy="182880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2"/>
            <a:ext cx="10899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57373"/>
                </a:solidFill>
                <a:latin typeface="Consolas"/>
              </a:rPr>
              <a:t>CONCRETE: WHAT THE MACHINE IR LOOKS LIKE IMMEDIATELY AFTER ISel  (llc -debug-only=isel tail)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4"/>
            <a:ext cx="1089964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*** MachineFunction at end of ISel ***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# Machine code for function load_elem: IsSSA, TracksLiveness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bb.0 (%ir-block.0):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liveins: $x0, $x1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    %0:gpr64common = COPY $x0            ; the  ptr %a  argument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    %1:gpr64       = COPY $x1            ; the  i64 %i  argument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1C784"/>
                </a:solidFill>
                <a:latin typeface="Consolas"/>
              </a:rPr>
              <a:t>    %2:gpr64       = LDRXroX %0, %1, 0, 1 :: (load (s64) from %ir.p)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    $x0            = COPY %2             ; return value in x0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RET_ReallyLR implicit $x0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# End machine code for function load_elem.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Note: vregs (%0,%1,%2), SSA, physreg COPYs at the ABI boundary, and the MachineMemOperand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':: (load (s64) from %ir.p)' carried over from the SDNode. Register allocation happens LATER.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InstrEmitter.cpp  ·  docs/CodeGenerator.md §Machine code in SSA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76200" cy="237744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B74D"/>
                </a:solidFill>
                <a:latin typeface="Segoe UI"/>
              </a:rPr>
              <a:t>PART II  ·  COMPLETE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E8ECF1"/>
                </a:solidFill>
                <a:latin typeface="Segoe UI"/>
              </a:rPr>
              <a:t>Dry run: pointer arithmetic lowering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FC3F7"/>
                </a:solidFill>
                <a:latin typeface="Consolas"/>
              </a:rPr>
              <a:t>int64_t get(int64_t *a, int64_t i) { return a[i]; }     →     ldr x0, [x0, x1, lsl #3]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7B8"/>
                </a:solidFill>
                <a:latin typeface="Consolas"/>
              </a:rPr>
              <a:t>Every phase traced, with the actual SDNodes, the actual matcher steps, and the actual AArch64 code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Part II divider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C → LLVM IR → WHAT THE DAG BUILDER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Dry run · Step 0 — the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3675887" cy="160020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34015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81C784"/>
                </a:solidFill>
                <a:latin typeface="Consolas"/>
              </a:rPr>
              <a:t>1 · C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340156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E8ECF1"/>
                </a:solidFill>
                <a:latin typeface="Consolas"/>
              </a:rPr>
              <a:t>long get(long *a, long i)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E8ECF1"/>
                </a:solidFill>
                <a:latin typeface="Consolas"/>
              </a:rPr>
              <a:t>    return a[i];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E8ECF1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E8ECF1"/>
                </a:solidFill>
                <a:latin typeface="Consolas"/>
              </a:rPr>
              <a:t>// sizeof(long) == 8 on LP64 AArch64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152144"/>
            <a:ext cx="3675887" cy="160020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243584"/>
            <a:ext cx="34015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2 · LLVM IR  (clang -O2 -emit-llvm)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499616"/>
            <a:ext cx="340156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define i64 @get(ptr %a, i64 %i)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  %p = getelementptr inbounds i64,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                     ptr %a, i64 %i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  %v = load i64, ptr %p, align 8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  ret i64 %v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1152144"/>
            <a:ext cx="3419856" cy="160020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1243584"/>
            <a:ext cx="31455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B39DDB"/>
                </a:solidFill>
                <a:latin typeface="Consolas"/>
              </a:rPr>
              <a:t>3 · THE DATA LAYOUT 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1" y="1499616"/>
            <a:ext cx="31455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target datalayout = "e-m:e-p270:…-i64:64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                   -i128:128-n32:64-S128"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pointer size      = 64 bits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index size (AS 0) = 64 bits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ElementSize(i64)  = 8 bytes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8 is a power of 2 → log2(8)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3522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74D"/>
                </a:solidFill>
                <a:latin typeface="Segoe UI"/>
              </a:rPr>
              <a:t>What the GEP actually means — and why it is 'pointer arithmetic'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82696"/>
            <a:ext cx="5577840" cy="146304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74136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SEMANTICS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30168"/>
            <a:ext cx="5303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%p  =  %a  +  %i * sizeof(i64)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   =  %a  +  %i * 8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   =  %a  +  (%i &lt;&lt; 3)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The `inbounds` keyword gives us nsw/nuw-like flags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(GEPNoWrapFlags) which the builder forwards as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SDNodeFlags — later used by the combiner to justify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reassociation and by the matcher for extend folding.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82696"/>
            <a:ext cx="5367528" cy="146304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5093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WHY THIS EXAMPLE IS THE PERFECT TEACHING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66744"/>
            <a:ext cx="509320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It exercises, in 3 IR instructions: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the GEP → SHL + ADD expansion (builder)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type legality (i64 is legal, nothing to do)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a ComplexPattern C++ matcher (addressing mode)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node FOLDING across 3 nodes into 1 instruction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the hasOneUse() profitability question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chain handling for the load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and it has a famous, one-instruction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01184"/>
            <a:ext cx="11173968" cy="105156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92624"/>
            <a:ext cx="10899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4 · WHAT WE ARE AIMING FOR (llc -mtriple=aarch64 -O2)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48656"/>
            <a:ext cx="108996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get: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1C784"/>
                </a:solidFill>
                <a:latin typeface="Consolas"/>
              </a:rPr>
              <a:t>        ldr     x0, [x0, x1, lsl #3]        // ONE instruction: base + (index &lt;&lt; 3)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        ret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Three IR instructions, three SDNodes of address math — collapsed into a single addressing mode.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Dry run 0/7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PHASE 0 : VISITGETELEMENTPTR, THEN VISITLOAD, THEN VISITRET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Dry run · Step 1 — SelectionDAGBuilder builds the DAG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760720" cy="269748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TRACE OF visitGetElementPtr(%p)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548640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N  = getValue(%a)                 // CopyFromReg t2, i64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AS = 0   →  IdxSize = 64, IdxTy = MVT::i64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one sequential index: i64, ElementSize = 8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ElementMul   = 8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C  = dyn_cast&lt;Constant&gt;(%i)  ==  nullptr   // VARIABLE index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IdxN = getValue(%i)               // CopyFromReg t4, i64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IdxN = getSExtOrTrunc(IdxN, i64)  // already i64 → no-op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ElementMul != 1   &amp;&amp;   ElementMul.isPowerOf2()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FFB74D"/>
                </a:solidFill>
                <a:latin typeface="Consolas"/>
              </a:rPr>
              <a:t>    Amt  = ElementMul.logBase2()   =  3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FFB74D"/>
                </a:solidFill>
                <a:latin typeface="Consolas"/>
              </a:rPr>
              <a:t>    IdxN = DAG.getNode(ISD::SHL, i64, IdxN,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FFB74D"/>
                </a:solidFill>
                <a:latin typeface="Consolas"/>
              </a:rPr>
              <a:t>                       getShiftAmountConstant(3,…))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81C784"/>
                </a:solidFill>
                <a:latin typeface="Consolas"/>
              </a:rPr>
              <a:t>N = DAG.getMemBasePlusOffset(N, IdxN, …)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81C784"/>
                </a:solidFill>
                <a:latin typeface="Consolas"/>
              </a:rPr>
              <a:t>  → ISD::ADD  i64  (CopyFromReg %a), (SHL …)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result: NodeMap[%p] = that ADD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52144"/>
            <a:ext cx="5184648" cy="146304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24358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THEN visitLoad(%v)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499616"/>
            <a:ext cx="49103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Chain = DAG.getRoot();          // EntryToken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Ptr   = getValue(%p);           // the ADD node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V = DAG.getLoad(MVT::i64, dl, Chain, Ptr,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        MachinePointerInfo(%p), Align(8));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  → ISD::LOAD, 2 results: { i64 value, ch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DAG.setRoot(V.getValue(1));     // new chain = load's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79776"/>
            <a:ext cx="5184648" cy="1069848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871216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81C784"/>
                </a:solidFill>
                <a:latin typeface="Consolas"/>
              </a:rPr>
              <a:t>THEN visitRet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27248"/>
            <a:ext cx="4910328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TLI.LowerReturn → copy to the ABI return reg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Chain = DAG.getCopyToReg(Chain, dl, X0, V);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Root  = DAG.getNode(AArch64ISD::RET_GLUE, MVT::Other,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            Chain, Glue);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32504"/>
            <a:ext cx="11173968" cy="2057400"/>
          </a:xfrm>
          <a:prstGeom prst="roundRect">
            <a:avLst>
              <a:gd name="adj" fmla="val 3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10565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Consolas"/>
              </a:rPr>
              <a:t>THE INITIAL (ILLEGAL-OR-NOT) SELECTION DAG   —   llc -debug-only=isel  'Initial selection DAG:'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389888" cy="384048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07992"/>
            <a:ext cx="13898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EntryToken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t0  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4434840"/>
            <a:ext cx="1389888" cy="384048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507992"/>
            <a:ext cx="13898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CopyFromReg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t2 = %a  i64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4434840"/>
            <a:ext cx="1389888" cy="384048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4507992"/>
            <a:ext cx="13898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CopyFromReg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t4 = %i  i64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4434840"/>
            <a:ext cx="1389888" cy="384048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4507992"/>
            <a:ext cx="13898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Constant&lt;3&gt;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t6  i64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5001768"/>
            <a:ext cx="1389888" cy="384048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5074920"/>
            <a:ext cx="13898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ISD::SHL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t7 = t4&lt;&lt;t6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5532120"/>
            <a:ext cx="1481328" cy="384048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5605272"/>
            <a:ext cx="14813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ISD::ADD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t8 = t2 + t7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6025896"/>
            <a:ext cx="1572768" cy="384048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6099048"/>
            <a:ext cx="15727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ISD::LOAD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t9 = {i64, ch}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5001768"/>
            <a:ext cx="1481328" cy="384048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5074920"/>
            <a:ext cx="14813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CopyToReg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$x0 = t9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5532120"/>
            <a:ext cx="1737360" cy="384048"/>
          </a:xfrm>
          <a:prstGeom prst="roundRect">
            <a:avLst>
              <a:gd name="adj" fmla="val 14000"/>
            </a:avLst>
          </a:prstGeom>
          <a:solidFill>
            <a:srgbClr val="1C2431"/>
          </a:solidFill>
          <a:ln w="1587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5605272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8ECF1"/>
                </a:solidFill>
                <a:latin typeface="Consolas"/>
              </a:rPr>
              <a:t>AArch64ISD::RET_GLUE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9AA7B8"/>
                </a:solidFill>
                <a:latin typeface="Consolas"/>
              </a:rPr>
              <a:t>ROOT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4718304" y="4818888"/>
            <a:ext cx="310896" cy="182880"/>
          </a:xfrm>
          <a:prstGeom prst="line">
            <a:avLst/>
          </a:prstGeom>
          <a:ln w="15875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577840" y="4818888"/>
            <a:ext cx="548640" cy="182880"/>
          </a:xfrm>
          <a:prstGeom prst="line">
            <a:avLst/>
          </a:prstGeom>
          <a:ln w="15875">
            <a:solidFill>
              <a:srgbClr val="B39D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3072384" y="4818888"/>
            <a:ext cx="539496" cy="713232"/>
          </a:xfrm>
          <a:prstGeom prst="line">
            <a:avLst/>
          </a:prstGeom>
          <a:ln w="15875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97680" y="5385816"/>
            <a:ext cx="640080" cy="146304"/>
          </a:xfrm>
          <a:prstGeom prst="line">
            <a:avLst/>
          </a:prstGeom>
          <a:ln w="158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651760" y="5916168"/>
            <a:ext cx="822960" cy="109728"/>
          </a:xfrm>
          <a:prstGeom prst="line">
            <a:avLst/>
          </a:prstGeom>
          <a:ln w="158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280160" y="4818888"/>
            <a:ext cx="731520" cy="1207008"/>
          </a:xfrm>
          <a:prstGeom prst="line">
            <a:avLst/>
          </a:prstGeom>
          <a:ln w="15875">
            <a:solidFill>
              <a:srgbClr val="FFB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291840" y="5385816"/>
            <a:ext cx="4389120" cy="640080"/>
          </a:xfrm>
          <a:prstGeom prst="line">
            <a:avLst/>
          </a:prstGeom>
          <a:ln w="15875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8321040" y="5385816"/>
            <a:ext cx="1463040" cy="146304"/>
          </a:xfrm>
          <a:prstGeom prst="line">
            <a:avLst/>
          </a:prstGeom>
          <a:ln w="15875">
            <a:solidFill>
              <a:srgbClr val="FFB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5815584"/>
            <a:ext cx="10789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7B8"/>
                </a:solidFill>
                <a:latin typeface="Consolas"/>
              </a:rPr>
              <a:t>green = data edge     amber = chain edge     ·     NOTE: the address math is THREE nodes (t6, t7, t8). Our goal is to make them vanish.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Dry run 1/7  ·  SelectionDAGBuilder.cpp:4631 + visitLoad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FOR THIS EXAMPLE: ALMOST NOTHING HAPPENS — AND THAT IS INSTRUCTIVE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Dry run · Steps 2–4 — Combine 1, LegalizeTypes, LegalizeOps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3675887" cy="22402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STEP 2 · DAG COMBINE 1  (BeforeLegalizeTypes)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40156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Worklist seeded with t0,t2,t4,t6,t7,t8,t9,…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visit(ISD::SHL t7):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• shift amount is a constant, in range → no fold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• `(shl X, C)` is already canonical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visit(ISD::ADD t8):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• operands are not constants → no constant fold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• reassociation: nothing to reassociate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• `(add X, (shl Y, C))` is LEFT ALONE on purpose —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  the backend WANTS this shape so the matcher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     can recognise a scaled addressing mode.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visit(ISD::LOAD t9):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• no store to forward from, no narrowing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Result: DAG unchanged. 0 nodes combined.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152144"/>
            <a:ext cx="3675887" cy="22402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252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STEP 3 · LEGALIZE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536192"/>
            <a:ext cx="340156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getTypeAction(MVT::i64) → TypeLegal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because AArch64ISelLowering.cpp:387 did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addRegisterClass(MVT::i64, &amp;GPR64allRegClass);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getTypeAction(MVT::Other) → chains are always fine.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Result: no promotion, no expansion, no splitting.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LegalizeTypes() returns Changed == false, so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'combine_lt' pass is SKIPPED entirely.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CONTRAST — if the source had been `int *a; a[i]`: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ElementSize = 4 → SHL by 2, still i64 math.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CONTRAST — if it were `__int128 *a`: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the LOAD of i128 would be EXPANDED into two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i64 loads (LDP) — type legalization doing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1152144"/>
            <a:ext cx="3419856" cy="22402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1252728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39DDB"/>
                </a:solidFill>
                <a:latin typeface="Segoe UI"/>
              </a:rPr>
              <a:t>STEP 4 · LEGALIZE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1" y="1536192"/>
            <a:ext cx="314553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getOperationAction(ISD::SHL,  i64) → Legal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getOperationAction(ISD::ADD,  i64) → Legal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getOperationAction(ISD::LOAD, i64) → Legal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(unindexed, non-extending, aligned)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Result: nothing to do again.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CONTRAST — what WOULD happen here: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ISD::SREM i64 → Expand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becomes SDIV + MSUB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ISD::GlobalAddress i64 → Custom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calls AArch64TargetLowering::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LowerGlobalAddress → ADRP + ADDlow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i128 UDIV → LibCall __udivti3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75304"/>
            <a:ext cx="11173968" cy="192024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66744"/>
            <a:ext cx="10899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57373"/>
                </a:solidFill>
                <a:latin typeface="Consolas"/>
              </a:rPr>
              <a:t>THE TAKEAWAY OF STEPS 2–4  (a favourite interview probe: 'what does legalization do to a simple load?')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6"/>
            <a:ext cx="108996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Answer: NOTHING — and you should be able to say WHY nothing, precisely: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1C784"/>
                </a:solidFill>
                <a:latin typeface="Consolas"/>
              </a:rPr>
              <a:t>   1.  i64 has a register class     →  the type is legal     →  LegalizeTypes is a no-op.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1C784"/>
                </a:solidFill>
                <a:latin typeface="Consolas"/>
              </a:rPr>
              <a:t>   2.  ADD/SHL/LOAD on i64 are unset in setOperationAction  →  default Legal  →  LegalizeOps is a no-op.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FFB74D"/>
                </a:solidFill>
                <a:latin typeface="Consolas"/>
              </a:rPr>
              <a:t>   3.  The combiner deliberately does NOT fold (add X, (shl Y, 3)) into anything,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FFB74D"/>
                </a:solidFill>
                <a:latin typeface="Consolas"/>
              </a:rPr>
              <a:t>       because that exact shape is what the target's addressing-mode matcher wants to see.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This is the key insight about the whole framework: the combiner and legalizer CANONICALIZE toward shapes that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the target's patterns are written against. The real intelligence for this example lives in the SELECT phase.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Dry run 2-4/7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REVERSE TOPOLOGICAL WALK + THE MATCHER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Dry run · Step 5 — the SELECT phase, node by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4572000" cy="214884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A · AssignTopologicalOrder()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42976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Kahn's algorithm, in place on AllNodes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id  node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--  --------------------------------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0  EntryToken          (0 operands)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1  CopyFromReg  %a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2  CopyFromReg  %i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3  Constant&lt;3&gt;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4  SHL   t2, t3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5  ADD   t1, t4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6  LOAD  t0, t5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7  CopyToReg  $x0, t6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8  RET_GLUE            &lt;- ROOT, last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DAGSize =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152144"/>
            <a:ext cx="3108960" cy="214884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252728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B · THE WALK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536192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Iterate from the END of AllNodes backwards: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RET_GLUE      → selected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CopyToReg     → selected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   LOAD          → ★ THE INTERESTING ONE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ADD           → use_empty() ⇒ SKIP (folded!)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SHL           → use_empty() ⇒ SKIP (folded!)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Constant&lt;3&gt;   → use_empty() ⇒ SKIP (folded!)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CopyFromReg×2 → selected (become COPYs)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EntryToken    → nothing to do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Three nodes die for free, because the LOAD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absorbed them when it was selected FIRST.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That is maximal munch in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152144"/>
            <a:ext cx="3127248" cy="214884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243584"/>
            <a:ext cx="2852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57373"/>
                </a:solidFill>
                <a:latin typeface="Consolas"/>
              </a:rPr>
              <a:t>C · THE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499616"/>
            <a:ext cx="2852928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after DoInstructionSelection()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t10: i64,ch = LDRXroX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t1,        // Rn  = base %a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t2,        // Rm  = index %i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TargetConstant&lt;0&gt;,  // signed? no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TargetConstant&lt;1&gt;,  // doShift? yes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t0         // chain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'Selected selection DAG:' in the dump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assembles to: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81C784"/>
                </a:solidFill>
                <a:latin typeface="Consolas"/>
              </a:rPr>
              <a:t>   ldr x0, [x0, x1, lsl #3]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838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B74D"/>
                </a:solidFill>
                <a:latin typeface="Segoe UI"/>
              </a:rPr>
              <a:t>D · What the matcher actually executes when Select(LOAD) runs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13048"/>
            <a:ext cx="11173968" cy="269748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13048"/>
            <a:ext cx="38100" cy="26974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54196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FC3F7"/>
                </a:solidFill>
                <a:latin typeface="Consolas"/>
              </a:rPr>
              <a:t>OPC_SwitchOpcode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858768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dispatch on ISD::LOAD → jump straight to the load sub-table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91940"/>
            <a:ext cx="11173968" cy="269748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091940"/>
            <a:ext cx="38100" cy="269748"/>
          </a:xfrm>
          <a:prstGeom prst="rect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33088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9AA7B8"/>
                </a:solidFill>
                <a:latin typeface="Consolas"/>
              </a:rPr>
              <a:t>OPC_RecordMemRef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137660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remember the MachineMemOperand (align 8, from %ir.p)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70832"/>
            <a:ext cx="11173968" cy="269748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370832"/>
            <a:ext cx="38100" cy="269748"/>
          </a:xfrm>
          <a:prstGeom prst="rect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11980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9AA7B8"/>
                </a:solidFill>
                <a:latin typeface="Consolas"/>
              </a:rPr>
              <a:t>OPC_RecordNode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41655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capture operand #0 = the CHAIN (t0)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649724"/>
            <a:ext cx="11173968" cy="269748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649724"/>
            <a:ext cx="38100" cy="2697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690872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OPC_CheckFoldableChainNode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695444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is it safe to fold the chain into one instruction?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928616"/>
            <a:ext cx="11173968" cy="269748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28616"/>
            <a:ext cx="38100" cy="26974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969764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FC3F7"/>
                </a:solidFill>
                <a:latin typeface="Consolas"/>
              </a:rPr>
              <a:t>OPC_MoveChild1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974336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descend to operand #1 = the address (the ADD node)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207508"/>
            <a:ext cx="11173968" cy="269748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207508"/>
            <a:ext cx="38100" cy="2697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248656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OPC_Scope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5253228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PUSH a backtrack point — several addressing modes to try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486400"/>
            <a:ext cx="11173968" cy="269748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486400"/>
            <a:ext cx="38100" cy="269748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527548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57373"/>
                </a:solidFill>
                <a:latin typeface="Consolas"/>
              </a:rPr>
              <a:t>OPC_CheckComplexPat&lt;ro_Xindexed64&gt;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5532120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call C++  SelectAddrModeXRO&lt;64&gt;(…)  ← the real 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765292"/>
            <a:ext cx="11173968" cy="269748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765292"/>
            <a:ext cx="38100" cy="269748"/>
          </a:xfrm>
          <a:prstGeom prst="rect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806440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9AA7B8"/>
                </a:solidFill>
                <a:latin typeface="Consolas"/>
              </a:rPr>
              <a:t>OPC_CheckType / OPC_CheckPredicate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581101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i64 result, non-extending unindexed load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044184"/>
            <a:ext cx="11173968" cy="269748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6044184"/>
            <a:ext cx="38100" cy="269748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6085332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OPC_MorphNodeTo LDRXroX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6089904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mutate the LOAD node in place into the machine opcode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323076"/>
            <a:ext cx="11173968" cy="269748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6323076"/>
            <a:ext cx="38100" cy="269748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6364224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OPC_CompleteMatch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6368796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CF1"/>
                </a:solidFill>
                <a:latin typeface="Segoe UI"/>
              </a:rPr>
              <a:t>ReplaceUses + RemoveDeadNode → ADD/SHL/Const become dead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Dry run 5/7  ·  SelectionDAGISel.cpp:1282 + :3352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THE COMPLEXPATTERN C++ HOOK: WHERE THE FOLD IS DECIDED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Dry run · Step 5b — inside SelectAddrModeXRO&lt;64&gt;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6035040" cy="342900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THE ACTUAL CODE, WITH OUR VALUES SUBSTITUTED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576072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bool AArch64DAGToDAGISel::SelectAddrModeXRO(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SDValue N, unsigned Size,        // N = the ADD, Size = 8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SDValue &amp;Base, SDValue &amp;Offset,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SDValue &amp;SignExtend, SDValue &amp;DoShift)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1C784"/>
                </a:solidFill>
                <a:latin typeface="Consolas"/>
              </a:rPr>
              <a:t>  if (N.getOpcode() != ISD::ADD) return false;      // ✓ it IS an ADD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SDValue LHS = N.getOperand(0);      // CopyFromReg %a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SDValue RHS = N.getOperand(1);      // the SHL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// *** DAG-awareness: refuse if the address math is reused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for (SDNode *UI : N.getNode()-&gt;users())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1C784"/>
                </a:solidFill>
                <a:latin typeface="Consolas"/>
              </a:rPr>
              <a:t>      if (!isMemOpOrPrefetch(UI)) return false;     // ✓ only the LOAD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if (isa&lt;ConstantSDNode&gt;(RHS)) { … }               // ✗ not a constant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  bool IsExtendedRegisterWorthFolding = isWorthFoldingAddr(N, Size);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        // SHL has ONE use (the ADD) → hasOneUse() → TRUE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// Try a shifted extend on the RHS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if (IsExtendedRegisterWorthFolding &amp;&amp; RHS.getOpcode() == ISD::SHL &amp;&amp;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57373"/>
                </a:solidFill>
                <a:latin typeface="Consolas"/>
              </a:rPr>
              <a:t>      SelectExtendedSHL(RHS, Size, false, Offset, SignExtend))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57373"/>
                </a:solidFill>
                <a:latin typeface="Consolas"/>
              </a:rPr>
              <a:t>    Base    = LHS;                                  // x0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57373"/>
                </a:solidFill>
                <a:latin typeface="Consolas"/>
              </a:rPr>
              <a:t>    DoShift = CurDAG-&gt;getTargetConstant(true, DL, MVT::i32);   // lsl #3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57373"/>
                </a:solidFill>
                <a:latin typeface="Consolas"/>
              </a:rPr>
              <a:t>    return true;                                    // *** MATCH ***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…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152144"/>
            <a:ext cx="4910328" cy="210312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243584"/>
            <a:ext cx="4636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81C784"/>
                </a:solidFill>
                <a:latin typeface="Consolas"/>
              </a:rPr>
              <a:t>AND INSIDE SelectExtendedSHL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99616"/>
            <a:ext cx="46360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assert(N.getOpcode() == ISD::SHL);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CSD = dyn_cast&lt;ConstantSDNode&gt;(N.getOperand(1));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// CSD = 3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if (!CSD || (CSD-&gt;getZExtValue() &amp; 0x7) !=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     CSD-&gt;getZExtValue()) return false;  // 3 ✓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// WantExtend == false here (XRO = 64-bit index)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Offset     = N.getOperand(0);      // %i  (x1)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SignExtend = TargetConstant&lt;0&gt;;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unsigned LegalShiftVal = Log2_32(Size);   // Log2(8) = 3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unsigned ShiftVal      = 3;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if (ShiftVal != 0 &amp;&amp; ShiftVal != LegalShiftVal)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    return false;                 // 3 == 3  ✓ PASS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return isWorthFoldingAddr(N, Size);   // 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419856"/>
            <a:ext cx="4910328" cy="11887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3520440"/>
            <a:ext cx="4636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THE CRUCIAL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803904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ShiftVal must EQUAL Log2(AccessSize).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AArch64's scaled register offset can only shift by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exactly log2 of the access width (or 0). So: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i64 load  + shl 3  → ✓  [x0, x1, lsl #3]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i64 load  + shl 2  → ✗  must emit a separate shift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That is a hardware encoding limit, enforced in C++.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64024"/>
            <a:ext cx="11173968" cy="91440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55464"/>
            <a:ext cx="10899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WHAT THE HOOK RETURNS → the 4 operands of the instruction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11496"/>
            <a:ext cx="10899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Base = t1 (%a → x0)      Offset = t2 (%i → x1)      SignExtend = 0      DoShift = 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1C784"/>
                </a:solidFill>
                <a:latin typeface="Consolas"/>
              </a:rPr>
              <a:t>⇒  LDRXroX  $x0, $x1, 0, 1      ≡      ldr x0, [x0, x1, lsl #3]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Dry run 5b/7  ·  AArch64ISelDAGToDAG.cpp:1632 and :1511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THE TABLEGEN SIDE: .TD → MATCHER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Dry run · Step 6 — where that pattern is DECLARED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852160" cy="132588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1 · THE ComplexPattern DECLARATION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5577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AArch64InstrFormats.td:3976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def ro_Xindexed64 : ComplexPattern&lt;iPTR, 4, "SelectAddrModeXRO&lt;64&gt;", []&gt;;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                                 ^      ^          ^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                     value type -+      |          +- the C++ method we just read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                    produces 4 operands 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33472"/>
            <a:ext cx="5852160" cy="205740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81C784"/>
                </a:solidFill>
                <a:latin typeface="Consolas"/>
              </a:rPr>
              <a:t>2 · THE INSTRUCTION + PATTERN (multiclass Load64RO)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80944"/>
            <a:ext cx="55778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multiclass Load64RO&lt;bits&lt;2&gt; sz, bit V, bits&lt;2&gt; opc,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            DAGOperand regtype, SDPatternOperator loadop&gt;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let AddrMode = ro64 in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57373"/>
                </a:solidFill>
                <a:latin typeface="Consolas"/>
              </a:rPr>
              <a:t>  let AddedComplexity = 10 in            // *** beat base+imm ***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def roX : LoadStore64RO&lt;sz, V, opc, …,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(outs regtype:$Rt),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(ins GPR64sp:$Rn, GPR64:$Rm, ro_Xextend64:$extend),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1C784"/>
                </a:solidFill>
                <a:latin typeface="Consolas"/>
              </a:rPr>
              <a:t>       [(set (i64 regtype:$Rt),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1C784"/>
                </a:solidFill>
                <a:latin typeface="Consolas"/>
              </a:rPr>
              <a:t>             (loadop (ro_Xindexed64 GPR64sp:$Rn, GPR64:$Rm,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1C784"/>
                </a:solidFill>
                <a:latin typeface="Consolas"/>
              </a:rPr>
              <a:t>                                    ro_Xextend64:$extend)))]&gt;,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Sched&lt;[WriteLDIdx, ReadAdrBase]&gt;;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// instantiated → LDRXroX, LDRWroX, LDRBroX,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52144"/>
            <a:ext cx="5093208" cy="132588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243584"/>
            <a:ext cx="4818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3 · THE COMPETING, SIMPLER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499616"/>
            <a:ext cx="48188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AArch64InstrInfo.td — plain base + scaled imm12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defm LDRX : LoadUI&lt;0b11, 0, 0b01, GPR64z, uimm12s8, "ldr",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      [(set GPR64z:$Rt,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          (load (am_indexed64 GPR64sp:$Rn,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                              uimm12s8:$offset)))]&gt;;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→ LDRXui   e.g.  ldr x0, [x0, #16]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633472"/>
            <a:ext cx="5093208" cy="20574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734056"/>
            <a:ext cx="48188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4 · WHY roX WINS THE 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017520"/>
            <a:ext cx="481888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Complexity = pattern size + AddedComplexity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LDRXui pattern:   (load (am_indexed64 Rn, imm))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→ small pattern, AddedComplexity = 0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LDRXroX pattern:  (load (ro_Xindexed64 Rn, Rm, ext))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   → AddedComplexity = 10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TableGen emits the higher-complexity alternative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FIRST inside the OPC_Scope. So the matcher tries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ro_Xindexed64 before am_indexed64.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If SelectAddrModeXRO had returned false,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matcher would BACKTRACK and try am_indexed64 —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which, for a non-constant offset, ends in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'Base only' fallback: a separate ADD then [x,#0].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9744"/>
            <a:ext cx="11173968" cy="109728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10899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5 · PROOF IT IS REAL — AArch64 codegen tests check exactly this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57216"/>
            <a:ext cx="10899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; llvm/test/CodeGen/AArch64/arm64-addr-mode-folding.ll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; RUN: llc -O3 -mtriple arm64-apple-ios3 -aarch64-enable-gep-opt=false %s -o - | FileCheck %s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; CHECK: @test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1C784"/>
                </a:solidFill>
                <a:latin typeface="Consolas"/>
              </a:rPr>
              <a:t>; CHECK: , uxtw #2]            &lt;-- the folded scaled-register addressing mode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; CHECK: , sxtw]                &lt;-- sign-extended 32-bit index variant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Dry run 6/7  ·  AArch64InstrFormats.td:3976 · InstrInfo.td:4086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PHASES 9 AND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Dry run · Step 7 — schedule, emit, and the final assembly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577840" cy="178308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A · THE SUnit GRAPH (tiny)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53035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SU(0)  COPY  %0 = $x0          Latency 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SU(1)  COPY  %1 = $x1          Latency 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SU(2)  LDRXroX %0, %1, 0, 1    Latency 4   (WriteLDIdx)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SU(3)  COPY  $x0 = %2          Latency 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SU(4)  RET_ReallyLR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Deps: SU2 ← SU0 (data), SU2 ← SU1 (data),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SU3 ← SU2 (data), SU4 ← SU3 (order/glue)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90672"/>
            <a:ext cx="5577840" cy="169164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91256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B · WHAT THE SCHEDULER DOES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5303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The dependence chain is totally linear, so there is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exactly ONE valid topological order. The scheduler's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priority function never gets to make a choice.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Sethi-Ullman numbers would be: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COPY %0 → 1 ,  COPY %1 → 1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LDRXroX → max(1,1) + 1(tie) = 2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On a real loop body with several independent loads,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this is where the ordering actually matters.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52144"/>
            <a:ext cx="5367528" cy="178308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93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57373"/>
                </a:solidFill>
                <a:latin typeface="Consolas"/>
              </a:rPr>
              <a:t>C · AFTER InstrEmitter (Machine IR, SSA, vregs)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99616"/>
            <a:ext cx="509320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bb.0 (%ir-block.0):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liveins: $x0, $x1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%0:gpr64common = COPY $x0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%1:gpr64       = COPY $x1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81C784"/>
                </a:solidFill>
                <a:latin typeface="Consolas"/>
              </a:rPr>
              <a:t>    %2:gpr64       = LDRXroX %0, %1, 0, 1 ::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81C784"/>
                </a:solidFill>
                <a:latin typeface="Consolas"/>
              </a:rPr>
              <a:t>                       (load (s64) from %ir.p)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$x0            = COPY %2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RET_ReallyLR implicit $x0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090672"/>
            <a:ext cx="5367528" cy="169164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182112"/>
            <a:ext cx="5093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D · AFTER REGALLOC + PEI → FINAL ASM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38144"/>
            <a:ext cx="50932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get:                                    // @get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.cfi_startproc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81C784"/>
                </a:solidFill>
                <a:latin typeface="Consolas"/>
              </a:rPr>
              <a:t>        ldr     x0, [x0, x1, lsl #3]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    ret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The COPYs vanished because the allocator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coalesced %0→x0 and %1→x1 (already in place).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19472"/>
            <a:ext cx="11173968" cy="987552"/>
          </a:xfrm>
          <a:prstGeom prst="roundRect">
            <a:avLst>
              <a:gd name="adj" fmla="val 3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0109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B74D"/>
                </a:solidFill>
                <a:latin typeface="Segoe UI"/>
              </a:rPr>
              <a:t>THE WHOLE STORY IN ONE LINE:   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E8ECF1"/>
                </a:solidFill>
                <a:latin typeface="Consolas"/>
              </a:rPr>
              <a:t>getelementptr  →  (SHL %i, 3) + (ADD %a, …)  →  [matcher folds 3 nodes]  →  LDRXroX  →  ldr x0, [x0, x1, lsl #3]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7B8"/>
                </a:solidFill>
                <a:latin typeface="Consolas"/>
              </a:rPr>
              <a:t>3 IR instructions  ·  9 SDNodes  ·  1 machine instruction. The win came entirely from the SELECT phase's ComplexPattern fold.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Dry run 7/7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76200" cy="2377440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1C784"/>
                </a:solidFill>
                <a:latin typeface="Segoe UI"/>
              </a:rPr>
              <a:t>PART III  ·  ALGORITHMS, INTERNALS, INTERVIEW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E8ECF1"/>
                </a:solidFill>
                <a:latin typeface="Segoe UI"/>
              </a:rPr>
              <a:t>Graph algorithms &amp; the exam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C3F7"/>
                </a:solidFill>
                <a:latin typeface="Consolas"/>
              </a:rPr>
              <a:t>topological sort · DFS · worklist fixpoint · hashing/CSE · reachability · list scheduling · Sethi-Ullman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Part III divider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THE 'BASIC DS/ALGO' ANSWER, WITH THE EXACT CALL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Graph data structures &amp; algorithms used in SelectionDAG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1173968" cy="274320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152144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WHERE IN LLVM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152144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52144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WHY IT IS THERE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1173968" cy="46634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38100" cy="466344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67612"/>
            <a:ext cx="214884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FFB74D"/>
                </a:solidFill>
                <a:latin typeface="Segoe UI"/>
              </a:rPr>
              <a:t>Topological sort
(Kahn, in-place)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467612"/>
            <a:ext cx="24688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FC3F7"/>
                </a:solidFill>
                <a:latin typeface="Consolas"/>
              </a:rPr>
              <a:t>AssignTopologicalOrder()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467612"/>
            <a:ext cx="9144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O(V+E)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458468"/>
            <a:ext cx="52120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E8ECF1"/>
                </a:solidFill>
                <a:latin typeface="Segoe UI"/>
              </a:rPr>
              <a:t>Orders AllNodes so ISel can walk root→entry.
Uses NodeId as the in-degree counter.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915668"/>
            <a:ext cx="11173968" cy="46634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1915668"/>
            <a:ext cx="38100" cy="46634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65960"/>
            <a:ext cx="214884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4FC3F7"/>
                </a:solidFill>
                <a:latin typeface="Segoe UI"/>
              </a:rPr>
              <a:t>Reverse topological
traversal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1965960"/>
            <a:ext cx="24688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FC3F7"/>
                </a:solidFill>
                <a:latin typeface="Consolas"/>
              </a:rPr>
              <a:t>DoInstructionSelection()
SelectionDAG::Legalize()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1965960"/>
            <a:ext cx="9144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O(V)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56816"/>
            <a:ext cx="52120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E8ECF1"/>
                </a:solidFill>
                <a:latin typeface="Segoe UI"/>
              </a:rPr>
              <a:t>Visit users before defs → enables maximal munch
and single-visit legalization.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414016"/>
            <a:ext cx="11173968" cy="46634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414016"/>
            <a:ext cx="38100" cy="466344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464308"/>
            <a:ext cx="214884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E57373"/>
                </a:solidFill>
                <a:latin typeface="Segoe UI"/>
              </a:rPr>
              <a:t>DFS with 3-colour
cycle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2464308"/>
            <a:ext cx="24688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FC3F7"/>
                </a:solidFill>
                <a:latin typeface="Consolas"/>
              </a:rPr>
              <a:t>checkForCyclesHelper()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464308"/>
            <a:ext cx="9144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O(V+E)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455164"/>
            <a:ext cx="52120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E8ECF1"/>
                </a:solidFill>
                <a:latin typeface="Segoe UI"/>
              </a:rPr>
              <a:t>Visited/Checked sets; aborts on a back edge.
Debug-only assertion of the DAG invariant.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912364"/>
            <a:ext cx="11173968" cy="46634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912364"/>
            <a:ext cx="38100" cy="466344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962656"/>
            <a:ext cx="214884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E57373"/>
                </a:solidFill>
                <a:latin typeface="Segoe UI"/>
              </a:rPr>
              <a:t>Reachability query
(BFS/DFS + pruning)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2962656"/>
            <a:ext cx="24688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FC3F7"/>
                </a:solidFill>
                <a:latin typeface="Consolas"/>
              </a:rPr>
              <a:t>hasPredecessorHelper()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2962656"/>
            <a:ext cx="9144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O(V+E)
(bounded)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953512"/>
            <a:ext cx="52120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E8ECF1"/>
                </a:solidFill>
                <a:latin typeface="Segoe UI"/>
              </a:rPr>
              <a:t>'Is N an ancestor of M?' Used to prove a fold
will not create a cycle. Topological pruning +
MaxSteps budget make it practical.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410712"/>
            <a:ext cx="11173968" cy="46634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3410712"/>
            <a:ext cx="38100" cy="466344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461004"/>
            <a:ext cx="214884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81C784"/>
                </a:solidFill>
                <a:latin typeface="Segoe UI"/>
              </a:rPr>
              <a:t>Worklist / fixpoint
iteration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3461004"/>
            <a:ext cx="24688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FC3F7"/>
                </a:solidFill>
                <a:latin typeface="Consolas"/>
              </a:rPr>
              <a:t>DAGCombiner::Run()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3461004"/>
            <a:ext cx="9144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O(iters·E)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451860"/>
            <a:ext cx="52120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E8ECF1"/>
                </a:solidFill>
                <a:latin typeface="Segoe UI"/>
              </a:rPr>
              <a:t>LIFO stack + in-node index as the membership set.
Terminates via SkipIfCombinedBefore.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909060"/>
            <a:ext cx="11173968" cy="46634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3909060"/>
            <a:ext cx="38100" cy="466344"/>
          </a:xfrm>
          <a:prstGeom prst="rect">
            <a:avLst/>
          </a:prstGeom>
          <a:solidFill>
            <a:srgbClr val="B3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959352"/>
            <a:ext cx="214884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B39DDB"/>
                </a:solidFill>
                <a:latin typeface="Segoe UI"/>
              </a:rPr>
              <a:t>Hashing / CSE
(FoldingSet)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3959352"/>
            <a:ext cx="24688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FC3F7"/>
                </a:solidFill>
                <a:latin typeface="Consolas"/>
              </a:rPr>
              <a:t>SelectionDAG::getNode()
→ CSEMap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3959352"/>
            <a:ext cx="9144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O(1) avg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950208"/>
            <a:ext cx="52120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E8ECF1"/>
                </a:solidFill>
                <a:latin typeface="Segoe UI"/>
              </a:rPr>
              <a:t>Structural hash of {opcode, VTs, operands, flags}.
Identical expressions become ONE node — this is
what turns the tree into a DAG.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407408"/>
            <a:ext cx="11173968" cy="46634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4407408"/>
            <a:ext cx="38100" cy="466344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457700"/>
            <a:ext cx="214884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81C784"/>
                </a:solidFill>
                <a:latin typeface="Segoe UI"/>
              </a:rPr>
              <a:t>List scheduling
(priority queue)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4457700"/>
            <a:ext cx="24688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FC3F7"/>
                </a:solidFill>
                <a:latin typeface="Consolas"/>
              </a:rPr>
              <a:t>ListScheduleBottomUp()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49240" y="4457700"/>
            <a:ext cx="9144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O(V log V
+ 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448556"/>
            <a:ext cx="52120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E8ECF1"/>
                </a:solidFill>
                <a:latin typeface="Segoe UI"/>
              </a:rPr>
              <a:t>Greedy topological emission; ready-set maintained
by decrementing NumSuccsLeft.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905756"/>
            <a:ext cx="11173968" cy="46634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4905756"/>
            <a:ext cx="38100" cy="466344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956048"/>
            <a:ext cx="214884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FFB74D"/>
                </a:solidFill>
                <a:latin typeface="Segoe UI"/>
              </a:rPr>
              <a:t>Sethi–Ullman
numbering (DP on DAG)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4956048"/>
            <a:ext cx="24688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FC3F7"/>
                </a:solidFill>
                <a:latin typeface="Consolas"/>
              </a:rPr>
              <a:t>CalcNodeSethiUllmanNumber()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9240" y="4956048"/>
            <a:ext cx="9144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O(V+E)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4946904"/>
            <a:ext cx="52120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E8ECF1"/>
                </a:solidFill>
                <a:latin typeface="Segoe UI"/>
              </a:rPr>
              <a:t>Bottom-up DP giving register-pressure priority.
Memoised in SUNumbers[]; iterative, not recursive.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5404104"/>
            <a:ext cx="11173968" cy="46634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" y="5404104"/>
            <a:ext cx="38100" cy="466344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454396"/>
            <a:ext cx="214884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E57373"/>
                </a:solidFill>
                <a:latin typeface="Segoe UI"/>
              </a:rPr>
              <a:t>Trie / DFA matching
+ backtracking DFS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34640" y="5454396"/>
            <a:ext cx="24688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FC3F7"/>
                </a:solidFill>
                <a:latin typeface="Consolas"/>
              </a:rPr>
              <a:t>SelectCodeCommon()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9240" y="5454396"/>
            <a:ext cx="9144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~O(pattern)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5445252"/>
            <a:ext cx="52120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E8ECF1"/>
                </a:solidFill>
                <a:latin typeface="Segoe UI"/>
              </a:rPr>
              <a:t>Pattern set compiled into a shared-prefix byte
table; MatchScope stack = backtracking frames.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5902452"/>
            <a:ext cx="11173968" cy="46634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2920" y="5902452"/>
            <a:ext cx="38100" cy="466344"/>
          </a:xfrm>
          <a:prstGeom prst="rect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5952744"/>
            <a:ext cx="214884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9AA7B8"/>
                </a:solidFill>
                <a:latin typeface="Segoe UI"/>
              </a:rPr>
              <a:t>Union of live sets /
interval bookkeeping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34640" y="5952744"/>
            <a:ext cx="24688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4FC3F7"/>
                </a:solidFill>
                <a:latin typeface="Consolas"/>
              </a:rPr>
              <a:t>LiveRegDefs, LiveRegGens
(scheduler)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49240" y="5952744"/>
            <a:ext cx="9144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O(regs)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5943600"/>
            <a:ext cx="521208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E8ECF1"/>
                </a:solidFill>
                <a:latin typeface="Segoe UI"/>
              </a:rPr>
              <a:t>Tracks physreg interference during scheduling;
may trigger unscheduling (backtracking).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the one-slide answer to 'what graph algorithms does SelectionDAG use?'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AND IT SORTS THE INTRUSIVE LIST IN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Deep dive 1 — AssignTopologicalOrder() is Kahn's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6309360" cy="379476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SelectionDAG.cpp:13624  (verbatim, trimmed)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603504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unsigned SelectionDAG::AssignTopologicalOrder()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unsigned DAGSize = 0;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// SortedPos tracks progress: before it = sorted, after = unsorted.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allnodes_iterator SortedPos = allnodes_begin();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FFB74D"/>
                </a:solidFill>
                <a:latin typeface="Consolas"/>
              </a:rPr>
              <a:t>  // PASS 1: zero-operand nodes go to the front immediately;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FFB74D"/>
                </a:solidFill>
                <a:latin typeface="Consolas"/>
              </a:rPr>
              <a:t>  //         everyone else stores their DEGREE in NodeId.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for (SDNode &amp;N : llvm::make_early_inc_range(allnodes()))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checkForCycles(&amp;N, this);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unsigned Degree = N.getNumOperands();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if (Degree == 0)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N.setNodeId(DAGSize++);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allnodes_iterator Q(&amp;N);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81C784"/>
                </a:solidFill>
                <a:latin typeface="Consolas"/>
              </a:rPr>
              <a:t>      if (Q != SortedPos)                       // splice to front region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81C784"/>
                </a:solidFill>
                <a:latin typeface="Consolas"/>
              </a:rPr>
              <a:t>        SortedPos = AllNodes.insert(SortedPos, AllNodes.remove(Q));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++SortedPos;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} else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57373"/>
                </a:solidFill>
                <a:latin typeface="Consolas"/>
              </a:rPr>
              <a:t>      N.setNodeId(Degree);   // NodeId := in-degree (scratch space!)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FFB74D"/>
                </a:solidFill>
                <a:latin typeface="Consolas"/>
              </a:rPr>
              <a:t>  // PASS 2: walk the already-sorted prefix; each time we sort a node,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FFB74D"/>
                </a:solidFill>
                <a:latin typeface="Consolas"/>
              </a:rPr>
              <a:t>  //         decrement its USERS' degree; at 0 they become sortable.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for (SDNode &amp;Node : allnodes())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SDNode *N = &amp;Node;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for (SDNode *P : N-&gt;users())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unsigned Degree = P-&gt;getNodeId();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--Degree;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if (Degree == 0)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  P-&gt;setNodeId(DAGSize++);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  if (P-&gt;getIterator() != SortedPos)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    SortedPos = AllNodes.insert(SortedPos, AllNodes.remove(P));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  ++SortedPos;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} else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    P-&gt;setNodeId(Degree);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assert(SortedPos == AllNodes.end() &amp;&amp; "Topological sort incomplete!");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  return DAGSize;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152144"/>
            <a:ext cx="4636008" cy="1874519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252728"/>
            <a:ext cx="43616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THE THREE CLEVER 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536192"/>
            <a:ext cx="4361688" cy="1371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1. NodeId is reused as the in-degree counter.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No side table, no DenseMap. Pure Kahn with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zero extra allocation.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2. The sort is done by SPLICING the intrusive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   ilist (AllNodes.remove + insert).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O(1) per move, no array, iterators stay valid.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3. 'Degree' here counts OPERANDS, and we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   decrement over users().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Because edges point use→def, operands are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the predecessors in dataflow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163824"/>
            <a:ext cx="4636008" cy="9144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264408"/>
            <a:ext cx="43616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THE POST-CONDITIONS IT ASSERTS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547872"/>
            <a:ext cx="43616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AllNodes.front() is EntryToken, id 0, 0 operands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AllNodes.back()  has id DAGSize-1 and use_empty()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⇒ front = entry, back = root. Exactly what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reverse walk in DoInstructionSelection() needs.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4215384"/>
            <a:ext cx="4636008" cy="16459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4315968"/>
            <a:ext cx="43616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WHY NOT JUST DFS POST-ORDER?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599432"/>
            <a:ext cx="43616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DFS post-order would also give a topological order,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but: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recursion depth = DAG depth → stack overflow on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machine-generated IR (LLVM hit this for real);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Kahn here doubles as a CYCLE CHECK: if the DAG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had a cycle, SortedPos would not reach end() and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the assert fires with a helpful dump;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and it physically reorders AllNodes, which the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rest of ISel then relies on for iteration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SelectionDAG.cpp:13624  AssignTopologicalOrder()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FOLDINGSET HASHING + DFS CYCLE DETECTION + REACHABILITY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Deep dive 2 — how the DAG stays a DAG, and stays CSE'd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760720" cy="1874519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A · CSE ON CONSTRUCTION  (getNode)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548640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every getNode() goes through this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FoldingSetNodeID ID;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FFB74D"/>
                </a:solidFill>
                <a:latin typeface="Consolas"/>
              </a:rPr>
              <a:t>AddNodeIDNode(ID, Opcode, VTList, Ops);   // structural hash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void *IP = nullptr;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if (SDNode *E = FindNodeOrInsertPos(ID, DL, IP))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81C784"/>
                </a:solidFill>
                <a:latin typeface="Consolas"/>
              </a:rPr>
              <a:t>    return SDValue(E, 0);        // *** REUSE existing node ***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auto *N = newSDNode&lt;...&gt;(...);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CSEMap.InsertNode(N, IP);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AddNodeIDNode hashes: opcode, result VTs,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// every operand (node ptr + ResNo), and SDNodeFlags.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82112"/>
            <a:ext cx="5760720" cy="14173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82696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WHY THIS MATTERS CONCEPTUALLY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This hash-consing is WHY the result is a DAG.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Build `(a+b)*(a+b)` and you get ONE add node with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two users — not two adds. Common subexpressions are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eliminated at construction time, for free.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Interview phrasing: 'SelectionDAG is a hash-consed,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maximally-shared expression graph.'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152144"/>
            <a:ext cx="5184648" cy="1874519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24358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57373"/>
                </a:solidFill>
                <a:latin typeface="Consolas"/>
              </a:rPr>
              <a:t>B · DFS CYCLE DETECTION (debug builds)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499616"/>
            <a:ext cx="491032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static void checkForCyclesHelper(const SDNode *N,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SmallPtrSetImpl&lt;const SDNode*&gt; &amp;Visited,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    SmallPtrSetImpl&lt;const SDNode*&gt; &amp;Checked, …)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1C784"/>
                </a:solidFill>
                <a:latin typeface="Consolas"/>
              </a:rPr>
              <a:t>  if (Checked.count(N)) return;        // BLACK: done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57373"/>
                </a:solidFill>
                <a:latin typeface="Consolas"/>
              </a:rPr>
              <a:t>  if (!Visited.insert(N).second) {     // GREY: back edge!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57373"/>
                </a:solidFill>
                <a:latin typeface="Consolas"/>
              </a:rPr>
              <a:t>    errs() &lt;&lt; "Detected cycle in SelectionDAG\n";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57373"/>
                </a:solidFill>
                <a:latin typeface="Consolas"/>
              </a:rPr>
              <a:t>    N-&gt;dumprFull(DAG); abort();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for (const SDValue &amp;Op : N-&gt;op_values())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  checkForCyclesHelper(Op.getNode(), Visited, Checked, DAG);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Checked.insert(N);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Visited.erase(N);                    // leave the GREY set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182112"/>
            <a:ext cx="5184648" cy="14173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82696"/>
            <a:ext cx="4910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TEXTBOOK WHITE/GREY/BLACK DFS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49103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Visited = nodes on the CURRENT dfs path (grey)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Checked = fully explored nodes (black)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Re-entering a grey node ⇒ back edge ⇒ cycle.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Enabled under -DEXPENSIVE_CHECKS or via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checkForCycles(DAG, /*force=*/true). Called from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AssignTopologicalOrder on every node.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64024"/>
            <a:ext cx="11173968" cy="118872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899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81C784"/>
                </a:solidFill>
                <a:latin typeface="Consolas"/>
              </a:rPr>
              <a:t>C · REACHABILITY WITH TOPOLOGICAL PRUNING — SDNode::hasPredecessorHelper()  (SelectionDAGNodes.h:984)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11496"/>
            <a:ext cx="10899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while (!Worklist.empty())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const SDNode *M = Worklist.pop_back_val();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  if (TopologicalPrune &amp;&amp; M-&gt;getOpcode() != ISD::TokenFactor &amp;&amp; (NId &gt; 0) &amp;&amp; (MId &gt; 0) &amp;&amp; (MId &lt; NId))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B74D"/>
                </a:solidFill>
                <a:latin typeface="Consolas"/>
              </a:rPr>
              <a:t>      DeferredNodes.push_back(M);  continue;   // M's id &lt; N's id ⇒ M cannot be a successor of N ⇒ skip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for (const SDValue &amp;OpV : M-&gt;op_values()) { if (Visited.insert(Op).second) Worklist.push_back(Op); if (Op == N) Found = true;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 if (Found) break;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57373"/>
                </a:solidFill>
                <a:latin typeface="Consolas"/>
              </a:rPr>
              <a:t>  if (MaxSteps != 0 &amp;&amp; Visited.size() &gt;= MaxSteps) break;    // budget → conservatively return TRUE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SelectionDAG.cpp getNode/CSEMap · :15495 cycles · SelectionDAGNodes.h:984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COMPILER-COMPILE TIME VS COMPILE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TableGen — how .td patterns become the matcher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2578608" cy="960120"/>
          </a:xfrm>
          <a:prstGeom prst="roundRect">
            <a:avLst>
              <a:gd name="adj" fmla="val 8000"/>
            </a:avLst>
          </a:prstGeom>
          <a:solidFill>
            <a:srgbClr val="1C2431"/>
          </a:solidFill>
          <a:ln w="15875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7101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81C784"/>
                </a:solidFill>
                <a:latin typeface="Consolas"/>
              </a:rPr>
              <a:t>AArch64*.td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627632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9AA7B8"/>
                </a:solidFill>
                <a:latin typeface="Segoe UI"/>
              </a:rPr>
              <a:t>instruction defs,
patterns, ComplexPatterns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1528" y="1627632"/>
            <a:ext cx="210312" cy="0"/>
          </a:xfrm>
          <a:prstGeom prst="line">
            <a:avLst/>
          </a:prstGeom>
          <a:ln w="158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152144"/>
            <a:ext cx="2578608" cy="960120"/>
          </a:xfrm>
          <a:prstGeom prst="roundRect">
            <a:avLst>
              <a:gd name="adj" fmla="val 8000"/>
            </a:avLst>
          </a:prstGeom>
          <a:solidFill>
            <a:srgbClr val="1C2431"/>
          </a:solidFill>
          <a:ln w="15875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27101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B74D"/>
                </a:solidFill>
                <a:latin typeface="Consolas"/>
              </a:rPr>
              <a:t>llvm-tblgen
-gen-dag-isel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1627632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9AA7B8"/>
                </a:solidFill>
                <a:latin typeface="Segoe UI"/>
              </a:rPr>
              <a:t>builds a Matcher tree,
optimizes, factors prefixes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70448" y="1627632"/>
            <a:ext cx="210312" cy="0"/>
          </a:xfrm>
          <a:prstGeom prst="line">
            <a:avLst/>
          </a:prstGeom>
          <a:ln w="158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0760" y="1152144"/>
            <a:ext cx="2578608" cy="960120"/>
          </a:xfrm>
          <a:prstGeom prst="roundRect">
            <a:avLst>
              <a:gd name="adj" fmla="val 8000"/>
            </a:avLst>
          </a:prstGeom>
          <a:solidFill>
            <a:srgbClr val="1C2431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27101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FC3F7"/>
                </a:solidFill>
                <a:latin typeface="Consolas"/>
              </a:rPr>
              <a:t>AArch64GenDAGISel.inc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627632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9AA7B8"/>
                </a:solidFill>
                <a:latin typeface="Segoe UI"/>
              </a:rPr>
              <a:t>MatcherTable[] byte array
+ Select() dispatch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9368" y="1627632"/>
            <a:ext cx="210312" cy="0"/>
          </a:xfrm>
          <a:prstGeom prst="line">
            <a:avLst/>
          </a:prstGeom>
          <a:ln w="158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69680" y="1152144"/>
            <a:ext cx="2578608" cy="960120"/>
          </a:xfrm>
          <a:prstGeom prst="roundRect">
            <a:avLst>
              <a:gd name="adj" fmla="val 8000"/>
            </a:avLst>
          </a:prstGeom>
          <a:solidFill>
            <a:srgbClr val="1C2431"/>
          </a:solidFill>
          <a:ln w="1587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127101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E57373"/>
                </a:solidFill>
                <a:latin typeface="Consolas"/>
              </a:rPr>
              <a:t>SelectCodeCommon()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1627632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9AA7B8"/>
                </a:solidFill>
                <a:latin typeface="Segoe UI"/>
              </a:rPr>
              <a:t>interprets the table
at compile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295144"/>
            <a:ext cx="3675887" cy="20574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395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WHAT TABLEGEN GIVES YOU (per the docs)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679192"/>
            <a:ext cx="340156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Validates patterns at compiler-compile time.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Arbitrary operand constraints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(e.g. 'any 13-bit sign-extended immediate').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Knows identities — e.g. commutativity, so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(add (mul X,Y), Z) also matches (add Z, (mul X,Y))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without you writing both.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Full type inference — you rarely annotate types;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it propagates from the register class.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Pattern fragments (PatFrag) — reusable pieces,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e.g. `not x` is defined as `xor x, -1`.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The `Pat&lt;&gt;` class — map a pattern to instructions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without defining a new instruction.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2295144"/>
            <a:ext cx="3675887" cy="20574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2395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WHAT IT CANNOT DO (the docs' own list)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2679192"/>
            <a:ext cx="340156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• Cannot define/match nodes with MULTIPLE results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(SMUL_LOHI, LOAD, CALL…). 'This is the biggest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reason you currently still have to write custom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C++ for your instruction selector.'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• No good way to match complex addressing modes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→ hence ComplexPattern + hand-written C++.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Does not infer isStore/isLoad flags.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Does not generate the Legalizer tables.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• No way to tie in custom legalized nodes.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This is precisely why AArch64ISelDAGToDAG.cpp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exists and is 8000+ lines.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2295144"/>
            <a:ext cx="3419856" cy="205740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1" y="2386584"/>
            <a:ext cx="31455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THE CANONICAL EXAMPLE (docs)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1" y="2642616"/>
            <a:ext cx="314553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// PowerPC, from CodeGenerator.md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def FMADDS : AForm_1&lt;59, 29,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 (ops F4RC:$FRT, F4RC:$FRA,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      F4RC:$FRC, F4RC:$FRB),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 "fmadds $FRT, $FRA, $FRC, $FRB",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 [(set F4RC:$FRT,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    (fadd (fmul F4RC:$FRA,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                F4RC:$FRC),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           F4RC:$FRB))]&gt;;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// (fadd (fmul (fadd W,X), Y), Z)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//     ⇓ maximal munch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E8ECF1"/>
                </a:solidFill>
                <a:latin typeface="Consolas"/>
              </a:rPr>
              <a:t>// (FMADDS (FADDS W,X), Y, Z)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535424"/>
            <a:ext cx="11173968" cy="150876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626864"/>
            <a:ext cx="10899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AArch64's OWN MADD PATTERN — the same idea, in the backend we cloned  (AArch64InstrInfo.td:2459)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82896"/>
            <a:ext cx="1089964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defm MADDW : MulAccum&lt;0, "madd"&gt;;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defm MADDX : MulAccum&lt;1, "madd"&gt;;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1C784"/>
                </a:solidFill>
                <a:latin typeface="Consolas"/>
              </a:rPr>
              <a:t>def : Pat&lt;(i32 (add GPR32:$Ra, (mul GPR32:$Rn, GPR32:$Rm))),  (MADDWrrr GPR32:$Rn, GPR32:$Rm, GPR32:$Ra)&gt;;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1C784"/>
                </a:solidFill>
                <a:latin typeface="Consolas"/>
              </a:rPr>
              <a:t>def : Pat&lt;(i64 (add GPR64:$Ra, (mul GPR64:$Rn, GPR64:$Rm))),  (MADDXrrr GPR64:$Rn, GPR64:$Rm, GPR64:$Ra)&gt;;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8ECF1"/>
                </a:solidFill>
                <a:latin typeface="Consolas"/>
              </a:rPr>
              <a:t>⇒ Two SDNodes (MUL + ADD) are munched into ONE machine instruction. Commutativity is handled automatically.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docs/CodeGenerator.md §SelectionDAG Select Phase · AArch64InstrInfo.td:2459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THE SENIOR-LEVEL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Complexity, limitations, and SelectionDAG vs GlobalISel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3675887" cy="24688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74D"/>
                </a:solidFill>
                <a:latin typeface="Segoe UI"/>
              </a:rPr>
              <a:t>COMPLEXITY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40156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Build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O(#IR instrs) · hash-cons per node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Combine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O(iterations × E), each visit O(1)-ish;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    empirically the single most expensive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    part of the backend (1.3 MB of rules!)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LegalizeTypes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O(V) per sweep × #sweeps to fixpoint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LegalizeOps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O(V) per sweep × #sweeps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Select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O(V × pattern-depth) typical;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    exponential worst case (backtracking)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TopoSort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O(V+E)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Schedule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O(V log V + E) + unscheduling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Emit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O(V)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Memory: all SDNodes in a BumpPtrAllocator,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freed wholesale when the block's DAG dies.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152144"/>
            <a:ext cx="3675887" cy="24688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252728"/>
            <a:ext cx="3401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KNOWN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536192"/>
            <a:ext cx="340156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1. BASIC-BLOCK SCOPED.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No cross-block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selection. Docs list 'optional function-at-a-time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selection' under Future Directions.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2. NOT OPTIMAL.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Greedy maximal munch, no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global cost model, no re-tiling.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3. MONOLITHIC.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Legalize + select + schedule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are fused; hard to test a piece in isolation.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4. TABLEGEN GAPS.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Multi-result nodes and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addressing modes need hand-written C++.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5. COMPILE TIME &amp; MEMORY.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A big DAG per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block; the combiner is a known hotspot.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57373"/>
                </a:solidFill>
                <a:latin typeface="Segoe UI"/>
              </a:rPr>
              <a:t>6. FastISel exists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purely to skip all this at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-O0, and silently falls back when it fails.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1152144"/>
            <a:ext cx="3419856" cy="246888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1252728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WHY GlobalISel WAS CREATED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1" y="1536192"/>
            <a:ext cx="314553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81C784"/>
                </a:solidFill>
                <a:latin typeface="Segoe UI"/>
              </a:rPr>
              <a:t>GlobalISel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works directly on Machine IR: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IRTranslator   → gMIR (generic MachineInstrs)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Legalizer      → legal gMIR (LegalizerInfo)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RegBankSelect  → assign register banks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InstructionSelect → select to real opcodes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Benefits: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FUNCTION-wide (global) scope, not per block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separate, independently testable passes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one IR (MIR) all the way down — no 2nd graph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• patterns shared with SDAG via GIComplexPatternEquiv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Status: default for AArch64 at -O0; SelectionDAG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is still the default at -O1 and above for most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targets. Both coexist in-tree today.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03904"/>
            <a:ext cx="11173968" cy="269748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49624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Segoe UI"/>
              </a:rPr>
              <a:t>DIMENSION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849624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SelectionDAG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84962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GlobalISel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82796"/>
            <a:ext cx="11173968" cy="269748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12851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128516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one basic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12851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whole function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61688"/>
            <a:ext cx="11173968" cy="269748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407408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IR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40740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SDNode DAG (a second IR)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40740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Machine IR (generic opcodes)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40580"/>
            <a:ext cx="11173968" cy="269748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686300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Legalization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686300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fused into the pipeline, 3 passes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6863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a standalone Legalizer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19472"/>
            <a:ext cx="11173968" cy="269748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96519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496519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bytecode table + backtracking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96519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tblgen'd MatchTable + C++ combiners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198364"/>
            <a:ext cx="11173968" cy="269748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244084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Scheduling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5244084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built in (pre-RA list scheduler)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524408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left to MachineScheduler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77256"/>
            <a:ext cx="11173968" cy="269748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52297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Testability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80" y="5522976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hard — phases are internal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55229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easy — MIR in / MIR out per 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756148"/>
            <a:ext cx="11173968" cy="269748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801868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Default today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80" y="580186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-O1 and above, most targets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580186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-O0 on AArch64, growing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docs/CodeGenerator.md Future Directions · docs/GlobalISel/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SHORT, PRECISE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Interview arsenal · Part 1 — fundamentals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24712"/>
            <a:ext cx="11173968" cy="685800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24712"/>
            <a:ext cx="38100" cy="68580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17957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Q  </a:t>
            </a:r>
            <a:r>
              <a:rPr sz="1200" b="1">
                <a:solidFill>
                  <a:srgbClr val="FFB74D"/>
                </a:solidFill>
                <a:latin typeface="Segoe UI"/>
              </a:rPr>
              <a:t>What is a SelectionDAG?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40817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A hash-consed, maximally-shared directed acyclic graph of SDNodes representing ONE basic block. Edges are SDValues (&lt;node, resultNo&gt;) pointing from use to def. It carries data edges plus MVT::Other chain edges for memory ordering and MVT::Glue for must-stay-adjacent constraints.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56232"/>
            <a:ext cx="11173968" cy="685800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56232"/>
            <a:ext cx="38100" cy="68580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91109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Q  </a:t>
            </a:r>
            <a:r>
              <a:rPr sz="1200" b="1">
                <a:solidFill>
                  <a:srgbClr val="FFB74D"/>
                </a:solidFill>
                <a:latin typeface="Segoe UI"/>
              </a:rPr>
              <a:t>Why a DAG and not a tree or linear IR?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969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Sharing. CSE at construction means a value with N users is one node, which exposes the real dataflow and lets the selector form multi-node tiles. Also, scheduling DAGs are nearly identical to post-selection SelectionDAGs, so the same structure serves both.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87752"/>
            <a:ext cx="11173968" cy="685800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87752"/>
            <a:ext cx="38100" cy="68580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4261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Q  </a:t>
            </a:r>
            <a:r>
              <a:rPr sz="1200" b="1">
                <a:solidFill>
                  <a:srgbClr val="FFB74D"/>
                </a:solidFill>
                <a:latin typeface="Segoe UI"/>
              </a:rPr>
              <a:t>Name the phases in order.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87121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Build → Combine1 → LegalizeTypes → Combine → LegalizeVectorOps → Combine → LegalizeOps → Combine2 → Select → Schedule → Emit. The timer names in `llc -time-passes` group "sdag" match exactly.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19272"/>
            <a:ext cx="11173968" cy="685800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19272"/>
            <a:ext cx="38100" cy="68580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37413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Q  </a:t>
            </a:r>
            <a:r>
              <a:rPr sz="1200" b="1">
                <a:solidFill>
                  <a:srgbClr val="FFB74D"/>
                </a:solidFill>
                <a:latin typeface="Segoe UI"/>
              </a:rPr>
              <a:t>Why does DAGCombiner run four times?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60273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So legalization can be dumb. Legalize only guarantees legality, freely emitting shifts/masks/extends/libcalls; the following combine cleans that up. The docs say this explicitly.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0792"/>
            <a:ext cx="11173968" cy="685800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50792"/>
            <a:ext cx="38100" cy="68580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410565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Q  </a:t>
            </a:r>
            <a:r>
              <a:rPr sz="1200" b="1">
                <a:solidFill>
                  <a:srgbClr val="FFB74D"/>
                </a:solidFill>
                <a:latin typeface="Segoe UI"/>
              </a:rPr>
              <a:t>What is a 'legal' DAG?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33425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One using only types that have a register class (addRegisterClass) and operations whose getOperationAction is Legal. Everything else must be promoted, expanded, widened, split, scalarized, custom-lowered, or turned into a libcall.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82312"/>
            <a:ext cx="11173968" cy="685800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782312"/>
            <a:ext cx="38100" cy="68580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83717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Q  </a:t>
            </a:r>
            <a:r>
              <a:rPr sz="1200" b="1">
                <a:solidFill>
                  <a:srgbClr val="FFB74D"/>
                </a:solidFill>
                <a:latin typeface="Segoe UI"/>
              </a:rPr>
              <a:t>What algorithm is the instruction selector?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506577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Greedy maximal munch: reverse-topological walk, at each node try patterns in decreasing complexity (pattern size + AddedComplexity), commit the first complete match. Implemented as a bytecode-table interpreter with a MatchScope backtracking stack. NOT optimal DP — optimal DAG selection is NP-complete (Aho/Johnson/Ullman 1977).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513832"/>
            <a:ext cx="11173968" cy="685800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513832"/>
            <a:ext cx="38100" cy="68580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56869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Q  </a:t>
            </a:r>
            <a:r>
              <a:rPr sz="1200" b="1">
                <a:solidFill>
                  <a:srgbClr val="FFB74D"/>
                </a:solidFill>
                <a:latin typeface="Segoe UI"/>
              </a:rPr>
              <a:t>Why reverse topological order?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579729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Edges point use→def, so reverse topological order visits users before their operands. Every user therefore gets its chance to fold an operand into itself; folded operands are simply use_empty() and skipped when reached.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Q&amp;A 1/3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THE DIFFERENTIATING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Interview arsenal · Part 2 — internals that catch people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24712"/>
            <a:ext cx="11173968" cy="685800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24712"/>
            <a:ext cx="38100" cy="685800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17957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57373"/>
                </a:solidFill>
                <a:latin typeface="Consolas"/>
              </a:rPr>
              <a:t>Q  </a:t>
            </a:r>
            <a:r>
              <a:rPr sz="1200" b="1">
                <a:solidFill>
                  <a:srgbClr val="E57373"/>
                </a:solidFill>
                <a:latin typeface="Segoe UI"/>
              </a:rPr>
              <a:t>How are PHI nodes handled? There is no ISD::PHI.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40817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They are not in the DAG at all. FunctionLoweringInfo assigns a virtual register to every value live across blocks; the defining block ends with CopyToReg and the user block starts with CopyFromReg. MachineInstr PHIs are created by the emitter and removed later by PHI elimination.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56232"/>
            <a:ext cx="11173968" cy="685800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56232"/>
            <a:ext cx="38100" cy="685800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91109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57373"/>
                </a:solidFill>
                <a:latin typeface="Consolas"/>
              </a:rPr>
              <a:t>Q  </a:t>
            </a:r>
            <a:r>
              <a:rPr sz="1200" b="1">
                <a:solidFill>
                  <a:srgbClr val="E57373"/>
                </a:solidFill>
                <a:latin typeface="Segoe UI"/>
              </a:rPr>
              <a:t>What are chain and glue edges, exactly?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969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Chain (MVT::Other) orders side-effecting nodes — convention: chain is operand #0 in and the last result out. Glue (MVT::Glue) means 'do not schedule anything between these nodes', used for compare+branch and call sequences. Note: after selection, machine nodes put the chain AFTER the operands, possibly followed by glue.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87752"/>
            <a:ext cx="11173968" cy="685800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87752"/>
            <a:ext cx="38100" cy="685800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4261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57373"/>
                </a:solidFill>
                <a:latin typeface="Consolas"/>
              </a:rPr>
              <a:t>Q  </a:t>
            </a:r>
            <a:r>
              <a:rPr sz="1200" b="1">
                <a:solidFill>
                  <a:srgbClr val="E57373"/>
                </a:solidFill>
                <a:latin typeface="Segoe UI"/>
              </a:rPr>
              <a:t>How does the selector avoid creating a cycle when folding?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87121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IsLegalToFold + hasPredecessorHelper reachability, plus the NodeId invariant: every unselected successor of a selected node has a negative id, so positive-id nodes with a smaller id provably cannot be successors and are pruned from the search (with a MaxSteps budget, returning conservatively true if exceeded).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19272"/>
            <a:ext cx="11173968" cy="685800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19272"/>
            <a:ext cx="38100" cy="685800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37413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57373"/>
                </a:solidFill>
                <a:latin typeface="Consolas"/>
              </a:rPr>
              <a:t>Q  </a:t>
            </a:r>
            <a:r>
              <a:rPr sz="1200" b="1">
                <a:solidFill>
                  <a:srgbClr val="E57373"/>
                </a:solidFill>
                <a:latin typeface="Segoe UI"/>
              </a:rPr>
              <a:t>When will LLVM refuse to fold a shift into an addressing mode?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60273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isWorthFoldingAddr: it folds freely if optimizing for size or if the value hasOneUse(); it refuses on subtargets with hasAddrLSLSlow14() for certain sizes; and SelectAddrModeXRO bails out entirely if ANY user of the address is not a memory op or prefetch, because then the ADD is emitted anyway.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0792"/>
            <a:ext cx="11173968" cy="685800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50792"/>
            <a:ext cx="38100" cy="685800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410565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57373"/>
                </a:solidFill>
                <a:latin typeface="Consolas"/>
              </a:rPr>
              <a:t>Q  </a:t>
            </a:r>
            <a:r>
              <a:rPr sz="1200" b="1">
                <a:solidFill>
                  <a:srgbClr val="E57373"/>
                </a:solidFill>
                <a:latin typeface="Segoe UI"/>
              </a:rPr>
              <a:t>What does 'Cannot select' mean and how do you debug it?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33425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The matcher exhausted all MatchScopes — the DAG was legal but no pattern covered the node. CannotYetSelect() aborts. Debug with -debug-only=isel to see the legalized DAG, then either add a pattern/Pat&lt;&gt; in the .td or set the right setOperationAction (Expand/Custom) so the node never reaches selection.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82312"/>
            <a:ext cx="11173968" cy="685800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782312"/>
            <a:ext cx="38100" cy="685800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83717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57373"/>
                </a:solidFill>
                <a:latin typeface="Consolas"/>
              </a:rPr>
              <a:t>Q  </a:t>
            </a:r>
            <a:r>
              <a:rPr sz="1200" b="1">
                <a:solidFill>
                  <a:srgbClr val="E57373"/>
                </a:solidFill>
                <a:latin typeface="Segoe UI"/>
              </a:rPr>
              <a:t>How does a target hook into this framework? Name the places.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506577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TargetLowering ctor (addRegisterClass, setOperationAction, setTargetDAGCombine); LowerOperation for Custom legalization; LowerCall/LowerReturn/LowerFormalArguments for ABI; PerformDAGCombine for target folds; PreprocessISelDAG/PostprocessISelDAG; hand-written Select() cases; and ComplexPattern C++ methods for addressing modes.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513832"/>
            <a:ext cx="11173968" cy="685800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513832"/>
            <a:ext cx="38100" cy="685800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568696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57373"/>
                </a:solidFill>
                <a:latin typeface="Consolas"/>
              </a:rPr>
              <a:t>Q  </a:t>
            </a:r>
            <a:r>
              <a:rPr sz="1200" b="1">
                <a:solidFill>
                  <a:srgbClr val="E57373"/>
                </a:solidFill>
                <a:latin typeface="Segoe UI"/>
              </a:rPr>
              <a:t>Why is the worklist a LIFO stack with the index stored in the node?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5797296"/>
            <a:ext cx="10881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A  </a:t>
            </a:r>
            <a:r>
              <a:rPr sz="1080" b="0">
                <a:solidFill>
                  <a:srgbClr val="E8ECF1"/>
                </a:solidFill>
                <a:latin typeface="Segoe UI"/>
              </a:rPr>
              <a:t>LIFO makes fold cascades complete depth-first, finding more folds per pass. CombinerWorklistIndex in the SDNode doubles as the membership set: &gt;=0 queued, -1 absent, -2 already combined. O(1) insert/contains/remove with no hash table.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Q&amp;A 2/3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CLOSING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Interview arsenal · Part 3 — algorithms &amp; the worked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24712"/>
            <a:ext cx="11173968" cy="740664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24712"/>
            <a:ext cx="38100" cy="740664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175004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Q  </a:t>
            </a:r>
            <a:r>
              <a:rPr sz="1150" b="1">
                <a:solidFill>
                  <a:srgbClr val="81C784"/>
                </a:solidFill>
                <a:latin typeface="Segoe UI"/>
              </a:rPr>
              <a:t>Which classic graph algorithms appear, and where?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399032"/>
            <a:ext cx="108813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A  </a:t>
            </a:r>
            <a:r>
              <a:rPr sz="1030" b="0">
                <a:solidFill>
                  <a:srgbClr val="E8ECF1"/>
                </a:solidFill>
                <a:latin typeface="Segoe UI"/>
              </a:rPr>
              <a:t>Kahn topological sort (AssignTopologicalOrder, in-place on the intrusive list, NodeId as in-degree); white/grey/black DFS cycle detection (checkForCyclesHelper); DFS reachability with topological pruning (hasPredecessorHelper); worklist fixpoint (DAGCombiner::Run); hash-consing / FoldingSet (getNode CSE); greedy list scheduling with a priority queue; Sethi-Ullman DP numbering; and trie/DFA matching with chronological backtracking in the matcher.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11096"/>
            <a:ext cx="11173968" cy="74066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11096"/>
            <a:ext cx="38100" cy="740664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961388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Q  </a:t>
            </a:r>
            <a:r>
              <a:rPr sz="1150" b="1">
                <a:solidFill>
                  <a:srgbClr val="81C784"/>
                </a:solidFill>
                <a:latin typeface="Segoe UI"/>
              </a:rPr>
              <a:t>What is Sethi-Ullman numbering and why is it used here?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85416"/>
            <a:ext cx="108813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A  </a:t>
            </a:r>
            <a:r>
              <a:rPr sz="1030" b="0">
                <a:solidFill>
                  <a:srgbClr val="E8ECF1"/>
                </a:solidFill>
                <a:latin typeface="Segoe UI"/>
              </a:rPr>
              <a:t>The classic minimum-registers-to-evaluate-a-tree number: SU(leaf)=1, SU(n)=max over children, plus one for each child tied at that max. Used as the bottom-up scheduling priority so the harder subtree is evaluated first, minimizing simultaneously-live values and hence register pressure. LLVM computes it iteratively with an explicit worklist to avoid stack overflow.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97480"/>
            <a:ext cx="11173968" cy="804672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38100" cy="804672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747772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Q  </a:t>
            </a:r>
            <a:r>
              <a:rPr sz="1150" b="1">
                <a:solidFill>
                  <a:srgbClr val="81C784"/>
                </a:solidFill>
                <a:latin typeface="Segoe UI"/>
              </a:rPr>
              <a:t>Walk me through a[i] on AArch64.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971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A  </a:t>
            </a:r>
            <a:r>
              <a:rPr sz="1030" b="0">
                <a:solidFill>
                  <a:srgbClr val="E8ECF1"/>
                </a:solidFill>
                <a:latin typeface="Segoe UI"/>
              </a:rPr>
              <a:t>GEP → builder emits SHL %i,3 (ElementSize 8 is a power of two) then ADD %a. Types are legal (i64 has GPR64allRegClass); ADD/SHL/LOAD on i64 are Legal, so both legalizers are no-ops; the combiner intentionally leaves (add X,(shl Y,3)) alone because that is the shape the target pattern wants. Select visits the LOAD first, OPC_CheckComplexPat calls SelectAddrModeXRO&lt;64&gt;, which verifies all users are memory ops, that the shift amount equals Log2(8)=3, and that folding is worth it (hasOneUse), then returns Base=%a, Offset=%i, DoShift=1. MorphNodeTo makes LDRXroX; the ADD/SHL/Constant become dead. Final: ldr x0, [x0, x1, lsl #3].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47872"/>
            <a:ext cx="11173968" cy="740664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47872"/>
            <a:ext cx="38100" cy="740664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598164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Q  </a:t>
            </a:r>
            <a:r>
              <a:rPr sz="1150" b="1">
                <a:solidFill>
                  <a:srgbClr val="81C784"/>
                </a:solidFill>
                <a:latin typeface="Segoe UI"/>
              </a:rPr>
              <a:t>Why did the LDRXroX pattern win over the plain LDRXui pattern?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22192"/>
            <a:ext cx="108813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A  </a:t>
            </a:r>
            <a:r>
              <a:rPr sz="1030" b="0">
                <a:solidFill>
                  <a:srgbClr val="E8ECF1"/>
                </a:solidFill>
                <a:latin typeface="Segoe UI"/>
              </a:rPr>
              <a:t>AddedComplexity = 10 on the register-offset form. TableGen orders alternatives by decreasing complexity, so the matcher tries ro_Xindexed64 first. If SelectAddrModeXRO had returned false, it would backtrack via MatchScope to am_indexed64, which for a non-constant offset falls through to 'Base only' — a separate ADD plus [x, #0].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34256"/>
            <a:ext cx="11173968" cy="804672"/>
          </a:xfrm>
          <a:prstGeom prst="rect">
            <a:avLst/>
          </a:prstGeom>
          <a:solidFill>
            <a:srgbClr val="1C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334256"/>
            <a:ext cx="38100" cy="804672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4384548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Q  </a:t>
            </a:r>
            <a:r>
              <a:rPr sz="1150" b="1">
                <a:solidFill>
                  <a:srgbClr val="81C784"/>
                </a:solidFill>
                <a:latin typeface="Segoe UI"/>
              </a:rPr>
              <a:t>If the element size were 12 bytes instead of 8, what changes?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60857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A  </a:t>
            </a:r>
            <a:r>
              <a:rPr sz="1030" b="0">
                <a:solidFill>
                  <a:srgbClr val="E8ECF1"/>
                </a:solidFill>
                <a:latin typeface="Segoe UI"/>
              </a:rPr>
              <a:t>ElementMul=12 is not a power of two, so visitGetElementPtr emits ISD::MUL instead of ISD::SHL. No scaled addressing mode matches a MUL, so the DAGCombiner/target will materialize the product (likely MADD, via the Pat&lt;(add Ra,(mul Rn,Rm))&gt; → MADDXrrr pattern) and the load becomes a plain base+register or base+#0 form.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84648"/>
            <a:ext cx="11173968" cy="804672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184648"/>
            <a:ext cx="38100" cy="804672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234940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1C784"/>
                </a:solidFill>
                <a:latin typeface="Consolas"/>
              </a:rPr>
              <a:t>Q  </a:t>
            </a:r>
            <a:r>
              <a:rPr sz="1150" b="1">
                <a:solidFill>
                  <a:srgbClr val="81C784"/>
                </a:solidFill>
                <a:latin typeface="Segoe UI"/>
              </a:rPr>
              <a:t>Where would you start if you had to add a new instruction to AArch64?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54589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FFB74D"/>
                </a:solidFill>
                <a:latin typeface="Consolas"/>
              </a:rPr>
              <a:t>A  </a:t>
            </a:r>
            <a:r>
              <a:rPr sz="1030" b="0">
                <a:solidFill>
                  <a:srgbClr val="E8ECF1"/>
                </a:solidFill>
                <a:latin typeface="Segoe UI"/>
              </a:rPr>
              <a:t>Define the instruction format + encoding in AArch64InstrFormats.td, the instruction and its pattern in AArch64InstrInfo.td, add a Subtarget feature predicate if needed, extend AArch64ISelLowering.cpp if the operation needs Custom legalization or a new AArch64ISD node, add a ComplexPattern + C++ in AArch64ISelDAGToDAG.cpp if the operand shape is complex, then add a llvm/test/CodeGen/AArch64 FileCheck test and an MC encoding test.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Q&amp;A 3/3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74D"/>
                </a:solidFill>
                <a:latin typeface="Segoe UI"/>
              </a:rPr>
              <a:t>PRINT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ECF1"/>
                </a:solidFill>
                <a:latin typeface="Segoe UI"/>
              </a:rPr>
              <a:t>One-page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280160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5760720" cy="233172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Consolas"/>
              </a:rPr>
              <a:t>THE PIPELINE, FROM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548640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IR  ──SelectionDAGBuilder──▶  illegal SDAG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──DAGCombiner(BeforeLegalizeTypes)──▶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──LegalizeTypes──▶  (promote/expand/widen/split/scalarize)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──DAGCombiner(AfterLegalizeTypes)──▶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──LegalizeVectorOps──▶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──DAGCombiner(AfterLegalizeVectorOps)──▶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──Legalize (ops)──▶ (Legal/Expand/Promote/Custom/LibCall)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──DAGCombiner(AfterLegalizeDAG)──▶  LEGAL SDAG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──DoInstructionSelection──▶  TARGET SDAG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──ScheduleDAGRRList──▶  linear order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>
                <a:solidFill>
                  <a:srgbClr val="E8ECF1"/>
                </a:solidFill>
                <a:latin typeface="Consolas"/>
              </a:rPr>
              <a:t>    ──InstrEmitter──▶  MachineInstrs (SSA, vregs)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639312"/>
            <a:ext cx="5760720" cy="2057400"/>
          </a:xfrm>
          <a:prstGeom prst="roundRect">
            <a:avLst>
              <a:gd name="adj" fmla="val 3000"/>
            </a:avLst>
          </a:prstGeom>
          <a:solidFill>
            <a:srgbClr val="0A0D1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3075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B74D"/>
                </a:solidFill>
                <a:latin typeface="Consolas"/>
              </a:rPr>
              <a:t>DEBUG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86784"/>
            <a:ext cx="5486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# see every phase's DAG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-mtriple=aarch64 -debug-only=isel      t.ll -o -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-mtriple=aarch64 -debug-only=isel-dump t.ll -o -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-filter-print-funcs=get -debug-only=isel t.ll -o -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# visualise (needs graphviz)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-view-dag-combine1-dags   # after build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-view-legalize-dags       # before legalize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-view-isel-dags           # before select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-view-sched-dags          # before schedule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-view-sunit-dags          # the SUnit graph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-filter-view-dags=entry   # restrict to a block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# phase timings / scheduler choice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-time-passes              # group "sdag"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8ECF1"/>
                </a:solidFill>
                <a:latin typeface="Consolas"/>
              </a:rPr>
              <a:t>llc -pre-RA-sched=list-ilp|list-burr|source|fast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152144"/>
            <a:ext cx="5184648" cy="233172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252728"/>
            <a:ext cx="4910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1C784"/>
                </a:solidFill>
                <a:latin typeface="Segoe UI"/>
              </a:rPr>
              <a:t>VOCABULARY YOU MUST USE CORRECTLY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536192"/>
            <a:ext cx="49103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SDNode / SDValue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vertex / &lt;node,resNo&gt; edge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chain (MVT::Other)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memory ordering edge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glue (MVT::Glue)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must-stay-adjacent edge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Entry / Root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EntryToken / last side-effecting node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legal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     type has a reg class + op is supported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promote/expand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scalar type actions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widen/split/scalarize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vector type actions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Expand/Promote/Custom/LibCall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operation actions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maximal munch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greedy largest-tile-first matching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AddedComplexity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pattern priority knob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ComplexPattern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C++ operand matcher (addressing modes)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MatchScope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 backtracking frame in the matcher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MorphNodeTo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 in-place mutation to a machine opcode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FFB74D"/>
                </a:solidFill>
                <a:latin typeface="Segoe UI"/>
              </a:rPr>
              <a:t>SUnit / SDep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      scheduling node / typed dependence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639312"/>
            <a:ext cx="5184648" cy="2057400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739896"/>
            <a:ext cx="4910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57373"/>
                </a:solidFill>
                <a:latin typeface="Segoe UI"/>
              </a:rPr>
              <a:t>FILES TO KNOW BY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23360"/>
            <a:ext cx="49103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SelectionDAGBuilder.cpp   IR → DAG, visitXXX()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SelectionDAG.cpp          getNode/CSE/AssignTopologicalOrder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DAGCombiner.cpp           ~2000 fold rules + the worklist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LegalizeTypes*.cpp        promote/expand/widen/split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LegalizeDAG.cpp           operation legalization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TargetLowering.cpp        the target interface + helpers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SelectionDAGISel.cpp      driver + the matcher VM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ScheduleDAGRRList.cpp     list scheduling + Sethi-Ullman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InstrEmitter.cpp          SDNode → MachineInstr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 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AArch64ISelLowering.cpp   legality + Custom lowering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AArch64ISelDAGToDAG.cpp   ComplexPatterns, Select() C++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AArch64InstrInfo.td       instructions + patterns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E8ECF1"/>
                </a:solidFill>
                <a:latin typeface="Segoe UI"/>
              </a:rPr>
              <a:t>AArch64InstrFormats.td    encodings + ComplexPattern defs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Cheat 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99032"/>
            <a:ext cx="12191695" cy="381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74D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8ECF1"/>
                </a:solidFill>
                <a:latin typeface="Segoe UI"/>
              </a:rPr>
              <a:t>The five sentences that contain the whole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10634472" cy="768096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50800" cy="768096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3794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1C784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10512"/>
            <a:ext cx="9829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E8ECF1"/>
                </a:solidFill>
                <a:latin typeface="Segoe UI"/>
              </a:rPr>
              <a:t>A SelectionDAG is a hash-consed, per-basic-block DAG of SDNodes; SDValue edges point use→def, with extra chain edges for memory order and glue edges for adjacency.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32888"/>
            <a:ext cx="10634472" cy="768096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532888"/>
            <a:ext cx="50800" cy="768096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7919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FC3F7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51760"/>
            <a:ext cx="9829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E8ECF1"/>
                </a:solidFill>
                <a:latin typeface="Segoe UI"/>
              </a:rPr>
              <a:t>The pipeline alternates DAGCombiner with three legalizers, so legalization only has to be correct while the combiner makes it fast — each one a fixpoint loop.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74136"/>
            <a:ext cx="10634472" cy="768096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74136"/>
            <a:ext cx="50800" cy="768096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74D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93008"/>
            <a:ext cx="9829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E8ECF1"/>
                </a:solidFill>
                <a:latin typeface="Segoe UI"/>
              </a:rPr>
              <a:t>Instruction selection is greedy MAXIMAL MUNCH in reverse topological order, driven by a TableGen-generated bytecode matcher with a MatchScope backtracking stack — not optimal DP, because optimal DAG selection is NP-complete.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15384"/>
            <a:ext cx="10634472" cy="768096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215384"/>
            <a:ext cx="50800" cy="768096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616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57373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34256"/>
            <a:ext cx="9829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E8ECF1"/>
                </a:solidFill>
                <a:latin typeface="Segoe UI"/>
              </a:rPr>
              <a:t>Multi-node tiles are only legal when folding does not create a cycle and the target agrees it is profitable (hasOneUse / isWorthFoldingAddr) — that is the one thing DAGs make hard and trees do not.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056632"/>
            <a:ext cx="10634472" cy="768096"/>
          </a:xfrm>
          <a:prstGeom prst="roundRect">
            <a:avLst>
              <a:gd name="adj" fmla="val 4000"/>
            </a:avLst>
          </a:prstGeom>
          <a:solidFill>
            <a:srgbClr val="1C2431"/>
          </a:solidFill>
          <a:ln w="12700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056632"/>
            <a:ext cx="50800" cy="768096"/>
          </a:xfrm>
          <a:prstGeom prst="rect">
            <a:avLst/>
          </a:prstGeom>
          <a:solidFill>
            <a:srgbClr val="B3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20293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39DDB"/>
                </a:solidFill>
                <a:latin typeface="Consola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175504"/>
            <a:ext cx="9829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E8ECF1"/>
                </a:solidFill>
                <a:latin typeface="Segoe UI"/>
              </a:rPr>
              <a:t>The classic algorithms in play are: Kahn's topological sort, white/grey/black DFS cycle detection, DFS reachability with topological pruning, worklist fixpoint iteration, hash-consing, greedy list scheduling, and Sethi-Ullman numbering.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5332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7B8"/>
                </a:solidFill>
                <a:latin typeface="Consolas"/>
              </a:rPr>
              <a:t>Sources: llvm/docs/CodeGenerator.md · lib/CodeGen/SelectionDAG/* · lib/Target/AArch64/* · test/CodeGen/AArch64/*  —  sparse-cloned from llvm/llvm-project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B8"/>
                </a:solidFill>
                <a:latin typeface="Consolas"/>
              </a:rPr>
              <a:t>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739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9AA7B8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